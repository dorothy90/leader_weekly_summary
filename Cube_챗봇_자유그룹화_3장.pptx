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cf4278ccc8b46cc" /><Relationship Type="http://schemas.openxmlformats.org/officeDocument/2006/relationships/extended-properties" Target="/docProps/app.xml" Id="Rc6bc1d9838d94805" /><Relationship Type="http://schemas.openxmlformats.org/officeDocument/2006/relationships/officeDocument" Target="/ppt/presentation.xml" Id="R7fc63f480ae84c94" /></Relationships>
</file>

<file path=ppt/presentation.xml><?xml version="1.0" encoding="utf-8"?>
<p:presentation xmlns:p="http://schemas.openxmlformats.org/presentationml/2006/main">
  <p:sldMasterIdLst>
    <p:sldMasterId xmlns:r="http://schemas.openxmlformats.org/officeDocument/2006/relationships" id="2147483648" r:id="R47a2c0f317414e50"/>
  </p:sldMasterIdLst>
  <p:notesMasterIdLst>
    <p:notesMasterId xmlns:r="http://schemas.openxmlformats.org/officeDocument/2006/relationships" r:id="Rbf86c89f6c624c04"/>
  </p:notesMasterIdLst>
  <p:sldIdLst>
    <p:sldId xmlns:r="http://schemas.openxmlformats.org/officeDocument/2006/relationships" id="256" r:id="R26c260d5b9a549fb"/>
    <p:sldId xmlns:r="http://schemas.openxmlformats.org/officeDocument/2006/relationships" id="257" r:id="R5f2f7ba590794211"/>
    <p:sldId xmlns:r="http://schemas.openxmlformats.org/officeDocument/2006/relationships" id="258" r:id="R60d0b460dc2f45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95ed9522b1464a" /><Relationship Type="http://schemas.openxmlformats.org/officeDocument/2006/relationships/slideMaster" Target="/ppt/slideMasters/slideMaster1.xml" Id="R47a2c0f317414e50" /><Relationship Type="http://schemas.openxmlformats.org/officeDocument/2006/relationships/notesMaster" Target="/ppt/notesMasters/notesMaster1.xml" Id="Rbf86c89f6c624c04" /><Relationship Type="http://schemas.openxmlformats.org/officeDocument/2006/relationships/presProps" Target="/ppt/presProps.xml" Id="R5c10916d338e4ef7" /><Relationship Type="http://schemas.openxmlformats.org/officeDocument/2006/relationships/tableStyles" Target="/ppt/tableStyles.xml" Id="R16b33fdb28ce461b" /><Relationship Type="http://schemas.openxmlformats.org/officeDocument/2006/relationships/slide" Target="/ppt/slides/slide1.xml" Id="R26c260d5b9a549fb" /><Relationship Type="http://schemas.openxmlformats.org/officeDocument/2006/relationships/slide" Target="/ppt/slides/slide2.xml" Id="R5f2f7ba590794211" /><Relationship Type="http://schemas.openxmlformats.org/officeDocument/2006/relationships/slide" Target="/ppt/slides/slide3.xml" Id="R60d0b460dc2f45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29e2ee30fe4a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eec06f83534635" /><Relationship Type="http://schemas.openxmlformats.org/officeDocument/2006/relationships/notesMaster" Target="/ppt/notesMasters/notesMaster1.xml" Id="Rb18222cb291c4e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d8edd791b84fde" /><Relationship Type="http://schemas.openxmlformats.org/officeDocument/2006/relationships/notesMaster" Target="/ppt/notesMasters/notesMaster1.xml" Id="Rb4dfd6012ad748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57c24009964c61" /><Relationship Type="http://schemas.openxmlformats.org/officeDocument/2006/relationships/notesMaster" Target="/ppt/notesMasters/notesMaster1.xml" Id="Rf8cd71f2fc064d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p:cNvSpPr>
          <p:nvPr>
            <p:ph type="sldImg" idx="0"/>
          </p:nvPr>
        </p:nvSpPr>
        <p:spPr/>
      </p:sp>
      <p:sp>
        <p:nvSpPr>
          <p:cNvPr id="3" name="Notes Placeholder 2"/>
          <p:cNvSpPr>
            <a:spLocks xmlns:a="http://schemas.openxmlformats.org/drawingml/2006/main"/>
          </p:cNvSpPr>
          <p:nvPr>
            <p:ph type="body" idx="1"/>
          </p:nvPr>
        </p:nvSpPr>
        <p:spPr/>
        <p:txBody>
          <a:bodyPr xmlns:a="http://schemas.openxmlformats.org/drawingml/2006/main"/>
          <a:lstStyle xmlns:a="http://schemas.openxmlformats.org/drawingml/2006/main"/>
          <a:p xmlns:a="http://schemas.openxmlformats.org/drawingml/2006/main">
            <a:r>
              <a:t>구현 근거: dorothy90/ews 브랜치 app/api/dependencies.py, app/graphs/quick_rag.py, app/graphs/fast_agent.py, app/graphs/detailed_rag.py, app/retrieval/quick_rag.py, app/persistence/conversations.py. 사내 Cube 구현은 사용자 제공 사실. 데이터 수집 인프라·운영 성능은 추가 가정하지 않음.</a:t>
            </a:r>
          </a:p>
        </p:txBody>
      </p:sp>
      <p:sp>
        <p:nvSpPr>
          <p:cNvPr id="4" name="Slide Number Placeholder 3"/>
          <p:cNvSpPr>
            <a:spLocks xmlns:a="http://schemas.openxmlformats.org/drawingml/2006/main"/>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p:cNvSpPr>
          <p:nvPr>
            <p:ph type="sldImg" idx="0"/>
          </p:nvPr>
        </p:nvSpPr>
        <p:spPr/>
      </p:sp>
      <p:sp>
        <p:nvSpPr>
          <p:cNvPr id="3" name="Notes Placeholder 2"/>
          <p:cNvSpPr>
            <a:spLocks xmlns:a="http://schemas.openxmlformats.org/drawingml/2006/main"/>
          </p:cNvSpPr>
          <p:nvPr>
            <p:ph type="body" idx="1"/>
          </p:nvPr>
        </p:nvSpPr>
        <p:spPr/>
        <p:txBody>
          <a:bodyPr xmlns:a="http://schemas.openxmlformats.org/drawingml/2006/main"/>
          <a:lstStyle xmlns:a="http://schemas.openxmlformats.org/drawingml/2006/main"/>
          <a:p xmlns:a="http://schemas.openxmlformats.org/drawingml/2006/main">
            <a:r>
              <a:t>구현 근거: dorothy90/ews 브랜치 app/api/dependencies.py, app/graphs/quick_rag.py, app/graphs/fast_agent.py, app/graphs/detailed_rag.py, app/retrieval/quick_rag.py, app/persistence/conversations.py. 사내 Cube 구현은 사용자 제공 사실. 데이터 수집 인프라·운영 성능은 추가 가정하지 않음. 대화 내용은 활용 예시. 문서상 조회 기능을 설명하며 실제 업무 성능을 주장하지 않음.</a:t>
            </a:r>
          </a:p>
        </p:txBody>
      </p:sp>
      <p:sp>
        <p:nvSpPr>
          <p:cNvPr id="4" name="Slide Number Placeholder 3"/>
          <p:cNvSpPr>
            <a:spLocks xmlns:a="http://schemas.openxmlformats.org/drawingml/2006/main"/>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p:cNvSpPr>
          <p:nvPr>
            <p:ph type="sldImg" idx="0"/>
          </p:nvPr>
        </p:nvSpPr>
        <p:spPr/>
      </p:sp>
      <p:sp>
        <p:nvSpPr>
          <p:cNvPr id="3" name="Notes Placeholder 2"/>
          <p:cNvSpPr>
            <a:spLocks xmlns:a="http://schemas.openxmlformats.org/drawingml/2006/main"/>
          </p:cNvSpPr>
          <p:nvPr>
            <p:ph type="body" idx="1"/>
          </p:nvPr>
        </p:nvSpPr>
        <p:spPr/>
        <p:txBody>
          <a:bodyPr xmlns:a="http://schemas.openxmlformats.org/drawingml/2006/main"/>
          <a:lstStyle xmlns:a="http://schemas.openxmlformats.org/drawingml/2006/main"/>
          <a:p xmlns:a="http://schemas.openxmlformats.org/drawingml/2006/main">
            <a:r>
              <a:t>구현 근거: dorothy90/ews 브랜치 app/api/dependencies.py, app/graphs/quick_rag.py, app/graphs/fast_agent.py, app/graphs/detailed_rag.py, app/retrieval/quick_rag.py, app/persistence/conversations.py. 사내 Cube 구현은 사용자 제공 사실. 데이터 수집 인프라·운영 성능은 추가 가정하지 않음. 간결한 구조도이므로 프롬프트·진단 로깅·세부 캐시 구성은 생략. LLM Gateway는 질문 해석과 답변 생성에 사용. 추가 검색 Agent는 빠른 모드의 선택적 경로. 인증 자체의 구현을 의미하지 않으며 검색 필터와 대화 소유권 검증을 표시.</a:t>
            </a:r>
          </a:p>
        </p:txBody>
      </p:sp>
      <p:sp>
        <p:nvSpPr>
          <p:cNvPr id="4" name="Slide Number Placeholder 3"/>
          <p:cNvSpPr>
            <a:spLocks xmlns:a="http://schemas.openxmlformats.org/drawingml/2006/main"/>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9e6d63bfed4e7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ab54beb1ff44bf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d801d4d63f8457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8da3e0e82f4cb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42634f15038461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842cf5dc2645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A29829-4AFF-4F53-8ADC-460C8A3E908E}"/>
              </a:ext>
            </a:extLst>
          </p:cNvPr>
          <p:cNvSpPr>
            <a:spLocks xmlns:a="http://schemas.openxmlformats.org/drawingml/2006/main"/>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688807F-5D86-4F9A-ACC7-A2F174A8403E}"/>
              </a:ext>
            </a:extLst>
          </p:cNvPr>
          <p:cNvSpPr>
            <a:spLocks xmlns:a="http://schemas.openxmlformats.org/drawingml/2006/main"/>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F16CCA1-FE76-4E2D-93A7-317629C19630}"/>
              </a:ext>
            </a:extLst>
          </p:cNvPr>
          <p:cNvSpPr>
            <a:spLocks xmlns:a="http://schemas.openxmlformats.org/drawingml/2006/main"/>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6191D5-C72D-4A48-8D38-1ABD63BC5198}"/>
              </a:ext>
            </a:extLst>
          </p:cNvPr>
          <p:cNvSpPr>
            <a:spLocks xmlns:a="http://schemas.openxmlformats.org/drawingml/2006/main"/>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B3A07B2-C428-49ED-B45C-EFE93D863C1E}"/>
              </a:ext>
            </a:extLst>
          </p:cNvPr>
          <p:cNvSpPr>
            <a:spLocks xmlns:a="http://schemas.openxmlformats.org/drawingml/2006/main"/>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A633FE-4223-4E5C-9F94-5475A8047023}"/>
              </a:ext>
            </a:extLst>
          </p:cNvPr>
          <p:cNvSpPr>
            <a:spLocks xmlns:a="http://schemas.openxmlformats.org/drawingml/2006/main"/>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E5CA3C0-4C9B-43C0-B8B3-F777B18AAD83}"/>
              </a:ext>
            </a:extLst>
          </p:cNvPr>
          <p:cNvSpPr>
            <a:spLocks xmlns:a="http://schemas.openxmlformats.org/drawingml/2006/main"/>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F442FE6-1E66-4EC1-8AAA-DF59CF7ADB04}"/>
              </a:ext>
            </a:extLst>
          </p:cNvPr>
          <p:cNvSpPr>
            <a:spLocks xmlns:a="http://schemas.openxmlformats.org/drawingml/2006/main"/>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DF651A-DCD2-4BEC-A32D-83C366F997B8}"/>
              </a:ext>
            </a:extLst>
          </p:cNvPr>
          <p:cNvSpPr>
            <a:spLocks xmlns:a="http://schemas.openxmlformats.org/drawingml/2006/main"/>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24FBBC8-FCC5-4601-9B23-2C76A7026455}"/>
              </a:ext>
            </a:extLst>
          </p:cNvPr>
          <p:cNvSpPr>
            <a:spLocks xmlns:a="http://schemas.openxmlformats.org/drawingml/2006/main"/>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b898b4bb3942fb" /><Relationship Type="http://schemas.openxmlformats.org/officeDocument/2006/relationships/slideLayout" Target="/ppt/slideLayouts/slideLayout1.xml" Id="Rc0a547e65d944f7f" /><Relationship Type="http://schemas.openxmlformats.org/officeDocument/2006/relationships/slideLayout" Target="/ppt/slideLayouts/slideLayout2.xml" Id="Re2a9eeb6cd9c4e33" /><Relationship Type="http://schemas.openxmlformats.org/officeDocument/2006/relationships/slideLayout" Target="/ppt/slideLayouts/slideLayout3.xml" Id="R564ae1213f374d76" /><Relationship Type="http://schemas.openxmlformats.org/officeDocument/2006/relationships/slideLayout" Target="/ppt/slideLayouts/slideLayout4.xml" Id="R6844305000644d3c" /><Relationship Type="http://schemas.openxmlformats.org/officeDocument/2006/relationships/slideLayout" Target="/ppt/slideLayouts/slideLayout5.xml" Id="Ra16249c9d2734dac" /><Relationship Type="http://schemas.openxmlformats.org/officeDocument/2006/relationships/slideLayout" Target="/ppt/slideLayouts/slideLayout6.xml" Id="Rb8518000ee8b49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0a547e65d944f7f"/>
    <p:sldLayoutId xmlns:r="http://schemas.openxmlformats.org/officeDocument/2006/relationships" id="2147483650" r:id="Re2a9eeb6cd9c4e33"/>
    <p:sldLayoutId xmlns:r="http://schemas.openxmlformats.org/officeDocument/2006/relationships" id="2147483651" r:id="R564ae1213f374d76"/>
    <p:sldLayoutId xmlns:r="http://schemas.openxmlformats.org/officeDocument/2006/relationships" id="2147483652" r:id="R6844305000644d3c"/>
    <p:sldLayoutId xmlns:r="http://schemas.openxmlformats.org/officeDocument/2006/relationships" id="2147483653" r:id="Ra16249c9d2734dac"/>
    <p:sldLayoutId xmlns:r="http://schemas.openxmlformats.org/officeDocument/2006/relationships" id="2147483654" r:id="Rb8518000ee8b49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ddefab77d5b4526" /><Relationship Type="http://schemas.openxmlformats.org/officeDocument/2006/relationships/image" Target="/ppt/media/image.png" Id="Ra4fe72f8fddf4627" /><Relationship Type="http://schemas.openxmlformats.org/officeDocument/2006/relationships/image" Target="/ppt/media/image2.png" Id="Re2c8a28ef8874a98" /><Relationship Type="http://schemas.openxmlformats.org/officeDocument/2006/relationships/image" Target="/ppt/media/image3.png" Id="R695ad70e207441ed" /><Relationship Type="http://schemas.openxmlformats.org/officeDocument/2006/relationships/image" Target="/ppt/media/image4.png" Id="R80798b4a4dac4c33" /><Relationship Type="http://schemas.openxmlformats.org/officeDocument/2006/relationships/image" Target="/ppt/media/image5.png" Id="R4b80b42142d14020" /><Relationship Type="http://schemas.openxmlformats.org/officeDocument/2006/relationships/notesSlide" Target="/ppt/notesSlides/notesSlide1.xml" Id="R4dd15a02f91f4d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d54246d31fa4082" /><Relationship Type="http://schemas.openxmlformats.org/officeDocument/2006/relationships/image" Target="/ppt/media/image6.png" Id="R083e2ea899a84449" /><Relationship Type="http://schemas.openxmlformats.org/officeDocument/2006/relationships/image" Target="/ppt/media/image7.png" Id="R850eea6375584b75" /><Relationship Type="http://schemas.openxmlformats.org/officeDocument/2006/relationships/image" Target="/ppt/media/image8.png" Id="R033c8ab83aa64e91" /><Relationship Type="http://schemas.openxmlformats.org/officeDocument/2006/relationships/notesSlide" Target="/ppt/notesSlides/notesSlide2.xml" Id="Rf814ea471e0d4e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ee9200ef52f4c72" /><Relationship Type="http://schemas.openxmlformats.org/officeDocument/2006/relationships/image" Target="/ppt/media/image9.png" Id="R3f21d0f1a3814957" /><Relationship Type="http://schemas.openxmlformats.org/officeDocument/2006/relationships/image" Target="/ppt/media/image10.png" Id="R84d0d67d72104432" /><Relationship Type="http://schemas.openxmlformats.org/officeDocument/2006/relationships/image" Target="/ppt/media/image11.png" Id="Rfcf768133220441c" /><Relationship Type="http://schemas.openxmlformats.org/officeDocument/2006/relationships/image" Target="/ppt/media/image12.png" Id="Refafd5b437f241de" /><Relationship Type="http://schemas.openxmlformats.org/officeDocument/2006/relationships/image" Target="/ppt/media/image13.png" Id="Rcc056fc221034a34" /><Relationship Type="http://schemas.openxmlformats.org/officeDocument/2006/relationships/notesSlide" Target="/ppt/notesSlides/notesSlide3.xml" Id="Rbdce84f1e1f7475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9" name="">
            <a:extLst xmlns:a="http://schemas.openxmlformats.org/drawingml/2006/main">
              <a:ext uri="{FF2B5EF4-FFF2-40B4-BE49-F238E27FC236}">
                <a16:creationId xmlns:a16="http://schemas.microsoft.com/office/drawing/2014/main" id="{FD0C4961-40DE-4C3A-8952-2535DE70AB3A}"/>
              </a:ext>
            </a:extLst>
          </p:cNvPr>
          <p:cNvCxnSpPr>
            <a:stCxn xmlns:a="http://schemas.openxmlformats.org/drawingml/2006/main" id="28" idx="3"/>
            <a:endCxn xmlns:a="http://schemas.openxmlformats.org/drawingml/2006/main" id="32" idx="1"/>
          </p:cNvCxnSpPr>
          <p:nvPr/>
        </p:nvCxnSpPr>
        <p:spPr>
          <a:xfrm xmlns:a="http://schemas.openxmlformats.org/drawingml/2006/main">
            <a:off x="8724900" y="4129088"/>
            <a:ext cx="552450" cy="0"/>
          </a:xfrm>
          <a:prstGeom xmlns:a="http://schemas.openxmlformats.org/drawingml/2006/main" prst="straightConnector1">
            <a:avLst/>
          </a:prstGeom>
          <a:ln xmlns:a="http://schemas.openxmlformats.org/drawingml/2006/main" w="14288">
            <a:solidFill>
              <a:srgbClr val="1C7B79"/>
            </a:solidFill>
            <a:tailEnd type="triangle" w="sm" len="sm"/>
          </a:ln>
        </p:spPr>
      </p:cxnSp>
      <p:cxnSp>
        <p:nvCxnSpPr>
          <p:cNvPr id="38" name="">
            <a:extLst xmlns:a="http://schemas.openxmlformats.org/drawingml/2006/main">
              <a:ext uri="{FF2B5EF4-FFF2-40B4-BE49-F238E27FC236}">
                <a16:creationId xmlns:a16="http://schemas.microsoft.com/office/drawing/2014/main" id="{D42F2894-1ED5-43D5-988A-50B9E7393046}"/>
              </a:ext>
            </a:extLst>
          </p:cNvPr>
          <p:cNvCxnSpPr>
            <a:stCxn xmlns:a="http://schemas.openxmlformats.org/drawingml/2006/main" id="24" idx="3"/>
            <a:endCxn xmlns:a="http://schemas.openxmlformats.org/drawingml/2006/main" id="28" idx="1"/>
          </p:cNvCxnSpPr>
          <p:nvPr/>
        </p:nvCxnSpPr>
        <p:spPr>
          <a:xfrm xmlns:a="http://schemas.openxmlformats.org/drawingml/2006/main">
            <a:off x="5772150" y="4129088"/>
            <a:ext cx="552450" cy="0"/>
          </a:xfrm>
          <a:prstGeom xmlns:a="http://schemas.openxmlformats.org/drawingml/2006/main" prst="straightConnector1">
            <a:avLst/>
          </a:prstGeom>
          <a:ln xmlns:a="http://schemas.openxmlformats.org/drawingml/2006/main" w="14288">
            <a:solidFill>
              <a:srgbClr val="1C7B79"/>
            </a:solidFill>
            <a:tailEnd type="triangle" w="sm" len="sm"/>
          </a:ln>
        </p:spPr>
      </p:cxnSp>
      <p:cxnSp>
        <p:nvCxnSpPr>
          <p:cNvPr id="37" name="">
            <a:extLst xmlns:a="http://schemas.openxmlformats.org/drawingml/2006/main">
              <a:ext uri="{FF2B5EF4-FFF2-40B4-BE49-F238E27FC236}">
                <a16:creationId xmlns:a16="http://schemas.microsoft.com/office/drawing/2014/main" id="{5DCA6976-3962-4617-8C3C-BA6AA1EC675E}"/>
              </a:ext>
            </a:extLst>
          </p:cNvPr>
          <p:cNvCxnSpPr>
            <a:stCxn xmlns:a="http://schemas.openxmlformats.org/drawingml/2006/main" id="20" idx="3"/>
            <a:endCxn xmlns:a="http://schemas.openxmlformats.org/drawingml/2006/main" id="24" idx="1"/>
          </p:cNvCxnSpPr>
          <p:nvPr/>
        </p:nvCxnSpPr>
        <p:spPr>
          <a:xfrm xmlns:a="http://schemas.openxmlformats.org/drawingml/2006/main" flipV="1">
            <a:off x="2914650" y="4129088"/>
            <a:ext cx="457200" cy="581025"/>
          </a:xfrm>
          <a:prstGeom xmlns:a="http://schemas.openxmlformats.org/drawingml/2006/main" prst="bentConnector3">
            <a:avLst>
              <a:gd name="adj1" fmla="val 50000"/>
            </a:avLst>
          </a:prstGeom>
          <a:ln xmlns:a="http://schemas.openxmlformats.org/drawingml/2006/main" w="14288">
            <a:solidFill>
              <a:srgbClr val="1C7B79"/>
            </a:solidFill>
            <a:tailEnd type="triangle" w="sm" len="sm"/>
          </a:ln>
        </p:spPr>
      </p:cxnSp>
      <p:cxnSp>
        <p:nvCxnSpPr>
          <p:cNvPr id="36" name="">
            <a:extLst xmlns:a="http://schemas.openxmlformats.org/drawingml/2006/main">
              <a:ext uri="{FF2B5EF4-FFF2-40B4-BE49-F238E27FC236}">
                <a16:creationId xmlns:a16="http://schemas.microsoft.com/office/drawing/2014/main" id="{A5EF727D-14B3-4180-B7D7-FE0A88772098}"/>
              </a:ext>
            </a:extLst>
          </p:cNvPr>
          <p:cNvCxnSpPr>
            <a:stCxn xmlns:a="http://schemas.openxmlformats.org/drawingml/2006/main" id="16" idx="3"/>
            <a:endCxn xmlns:a="http://schemas.openxmlformats.org/drawingml/2006/main" id="24" idx="1"/>
          </p:cNvCxnSpPr>
          <p:nvPr/>
        </p:nvCxnSpPr>
        <p:spPr>
          <a:xfrm xmlns:a="http://schemas.openxmlformats.org/drawingml/2006/main">
            <a:off x="2914650" y="3548063"/>
            <a:ext cx="457200" cy="581025"/>
          </a:xfrm>
          <a:prstGeom xmlns:a="http://schemas.openxmlformats.org/drawingml/2006/main" prst="bentConnector3">
            <a:avLst>
              <a:gd name="adj1" fmla="val 50000"/>
            </a:avLst>
          </a:prstGeom>
          <a:ln xmlns:a="http://schemas.openxmlformats.org/drawingml/2006/main" w="14288">
            <a:solidFill>
              <a:srgbClr val="1C7B79"/>
            </a:solidFill>
            <a:tailEnd type="triangle" w="sm" len="sm"/>
          </a:ln>
        </p:spPr>
      </p:cxnSp>
      <p:sp>
        <p:nvSpPr>
          <p:cNvPr id="46" name="">
            <a:extLst xmlns:a="http://schemas.openxmlformats.org/drawingml/2006/main">
              <a:ext uri="{FF2B5EF4-FFF2-40B4-BE49-F238E27FC236}">
                <a16:creationId xmlns:a16="http://schemas.microsoft.com/office/drawing/2014/main" id="{38F7CDC0-0862-413F-A9A0-3381F129ECFA}"/>
              </a:ext>
            </a:extLst>
          </p:cNvPr>
          <p:cNvSpPr>
            <a:spLocks xmlns:a="http://schemas.openxmlformats.org/drawingml/2006/main"/>
          </p:cNvSpPr>
          <p:nvPr/>
        </p:nvSpPr>
        <p:spPr>
          <a:xfrm xmlns:a="http://schemas.openxmlformats.org/drawingml/2006/main">
            <a:off x="514350" y="361950"/>
            <a:ext cx="11163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550" b="1">
                <a:solidFill>
                  <a:srgbClr val="132D46"/>
                </a:solidFill>
                <a:latin typeface="Noto Sans CJK KR"/>
                <a:ea typeface="Noto Sans CJK KR"/>
                <a:cs typeface="Noto Sans CJK KR"/>
              </a:defRPr>
            </a:defPPr>
            <a:lvl1pPr algn="l">
              <a:defRPr sz="2550" b="1">
                <a:solidFill>
                  <a:srgbClr val="132D46"/>
                </a:solidFill>
                <a:latin typeface="Noto Sans CJK KR"/>
                <a:ea typeface="Noto Sans CJK KR"/>
                <a:cs typeface="Noto Sans CJK KR"/>
              </a:defRPr>
            </a:lvl1pPr>
            <a:lvl2pPr algn="l">
              <a:defRPr sz="2550" b="1">
                <a:solidFill>
                  <a:srgbClr val="132D46"/>
                </a:solidFill>
                <a:latin typeface="Noto Sans CJK KR"/>
                <a:ea typeface="Noto Sans CJK KR"/>
                <a:cs typeface="Noto Sans CJK KR"/>
              </a:defRPr>
            </a:lvl2pPr>
            <a:lvl3pPr algn="l">
              <a:defRPr sz="2550" b="1">
                <a:solidFill>
                  <a:srgbClr val="132D46"/>
                </a:solidFill>
                <a:latin typeface="Noto Sans CJK KR"/>
                <a:ea typeface="Noto Sans CJK KR"/>
                <a:cs typeface="Noto Sans CJK KR"/>
              </a:defRPr>
            </a:lvl3pPr>
            <a:lvl4pPr algn="l">
              <a:defRPr sz="2550" b="1">
                <a:solidFill>
                  <a:srgbClr val="132D46"/>
                </a:solidFill>
                <a:latin typeface="Noto Sans CJK KR"/>
                <a:ea typeface="Noto Sans CJK KR"/>
                <a:cs typeface="Noto Sans CJK KR"/>
              </a:defRPr>
            </a:lvl4pPr>
            <a:lvl5pPr algn="l">
              <a:defRPr sz="2550" b="1">
                <a:solidFill>
                  <a:srgbClr val="132D46"/>
                </a:solidFill>
                <a:latin typeface="Noto Sans CJK KR"/>
                <a:ea typeface="Noto Sans CJK KR"/>
                <a:cs typeface="Noto Sans CJK KR"/>
              </a:defRPr>
            </a:lvl5pPr>
            <a:lvl6pPr algn="l">
              <a:defRPr sz="2550" b="1">
                <a:solidFill>
                  <a:srgbClr val="132D46"/>
                </a:solidFill>
                <a:latin typeface="Noto Sans CJK KR"/>
                <a:ea typeface="Noto Sans CJK KR"/>
                <a:cs typeface="Noto Sans CJK KR"/>
              </a:defRPr>
            </a:lvl6pPr>
            <a:lvl7pPr algn="l">
              <a:defRPr sz="2550" b="1">
                <a:solidFill>
                  <a:srgbClr val="132D46"/>
                </a:solidFill>
                <a:latin typeface="Noto Sans CJK KR"/>
                <a:ea typeface="Noto Sans CJK KR"/>
                <a:cs typeface="Noto Sans CJK KR"/>
              </a:defRPr>
            </a:lvl7pPr>
            <a:lvl8pPr algn="l">
              <a:defRPr sz="2550" b="1">
                <a:solidFill>
                  <a:srgbClr val="132D46"/>
                </a:solidFill>
                <a:latin typeface="Noto Sans CJK KR"/>
                <a:ea typeface="Noto Sans CJK KR"/>
                <a:cs typeface="Noto Sans CJK KR"/>
              </a:defRPr>
            </a:lvl8pPr>
            <a:lvl9pPr algn="l">
              <a:defRPr sz="2550" b="1">
                <a:solidFill>
                  <a:srgbClr val="132D46"/>
                </a:solidFill>
                <a:latin typeface="Noto Sans CJK KR"/>
                <a:ea typeface="Noto Sans CJK KR"/>
                <a:cs typeface="Noto Sans CJK KR"/>
              </a:defRPr>
            </a:lvl9pPr>
          </a:lstStyle>
          <a:p xmlns:a="http://schemas.openxmlformats.org/drawingml/2006/main">
            <a:pPr algn="l">
              <a:defRPr sz="2550" b="1">
                <a:solidFill>
                  <a:srgbClr val="132D46"/>
                </a:solidFill>
                <a:latin typeface="Noto Sans CJK KR"/>
                <a:ea typeface="Noto Sans CJK KR"/>
                <a:cs typeface="Noto Sans CJK KR"/>
              </a:defRPr>
            </a:pPr>
            <a:r>
              <a:rPr sz="2550" b="1">
                <a:solidFill>
                  <a:srgbClr val="132D46"/>
                </a:solidFill>
                <a:latin typeface="Noto Sans CJK KR"/>
                <a:ea typeface="Noto Sans CJK KR"/>
                <a:cs typeface="Noto Sans CJK KR"/>
              </a:rPr>
              <a:t>EWS 메일·Outlook 일정 기반 사내 Cube 챗봇</a:t>
            </a:r>
          </a:p>
        </p:txBody>
      </p:sp>
      <p:sp>
        <p:nvSpPr>
          <p:cNvPr id="2" name="">
            <a:extLst xmlns:a="http://schemas.openxmlformats.org/drawingml/2006/main">
              <a:ext uri="{FF2B5EF4-FFF2-40B4-BE49-F238E27FC236}">
                <a16:creationId xmlns:a16="http://schemas.microsoft.com/office/drawing/2014/main" id="{02966382-9B6A-407A-BC59-89A19D8C223D}"/>
              </a:ext>
            </a:extLst>
          </p:cNvPr>
          <p:cNvSpPr>
            <a:spLocks xmlns:a="http://schemas.openxmlformats.org/drawingml/2006/main"/>
          </p:cNvSpPr>
          <p:nvPr/>
        </p:nvSpPr>
        <p:spPr>
          <a:xfrm xmlns:a="http://schemas.openxmlformats.org/drawingml/2006/main">
            <a:off x="514350" y="742950"/>
            <a:ext cx="11163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566879"/>
                </a:solidFill>
                <a:latin typeface="Noto Sans CJK KR"/>
                <a:ea typeface="Noto Sans CJK KR"/>
                <a:cs typeface="Noto Sans CJK KR"/>
              </a:defRPr>
            </a:defPPr>
            <a:lvl1pPr algn="l">
              <a:defRPr sz="1425" b="0">
                <a:solidFill>
                  <a:srgbClr val="566879"/>
                </a:solidFill>
                <a:latin typeface="Noto Sans CJK KR"/>
                <a:ea typeface="Noto Sans CJK KR"/>
                <a:cs typeface="Noto Sans CJK KR"/>
              </a:defRPr>
            </a:lvl1pPr>
            <a:lvl2pPr algn="l">
              <a:defRPr sz="1425" b="0">
                <a:solidFill>
                  <a:srgbClr val="566879"/>
                </a:solidFill>
                <a:latin typeface="Noto Sans CJK KR"/>
                <a:ea typeface="Noto Sans CJK KR"/>
                <a:cs typeface="Noto Sans CJK KR"/>
              </a:defRPr>
            </a:lvl2pPr>
            <a:lvl3pPr algn="l">
              <a:defRPr sz="1425" b="0">
                <a:solidFill>
                  <a:srgbClr val="566879"/>
                </a:solidFill>
                <a:latin typeface="Noto Sans CJK KR"/>
                <a:ea typeface="Noto Sans CJK KR"/>
                <a:cs typeface="Noto Sans CJK KR"/>
              </a:defRPr>
            </a:lvl3pPr>
            <a:lvl4pPr algn="l">
              <a:defRPr sz="1425" b="0">
                <a:solidFill>
                  <a:srgbClr val="566879"/>
                </a:solidFill>
                <a:latin typeface="Noto Sans CJK KR"/>
                <a:ea typeface="Noto Sans CJK KR"/>
                <a:cs typeface="Noto Sans CJK KR"/>
              </a:defRPr>
            </a:lvl4pPr>
            <a:lvl5pPr algn="l">
              <a:defRPr sz="1425" b="0">
                <a:solidFill>
                  <a:srgbClr val="566879"/>
                </a:solidFill>
                <a:latin typeface="Noto Sans CJK KR"/>
                <a:ea typeface="Noto Sans CJK KR"/>
                <a:cs typeface="Noto Sans CJK KR"/>
              </a:defRPr>
            </a:lvl5pPr>
            <a:lvl6pPr algn="l">
              <a:defRPr sz="1425" b="0">
                <a:solidFill>
                  <a:srgbClr val="566879"/>
                </a:solidFill>
                <a:latin typeface="Noto Sans CJK KR"/>
                <a:ea typeface="Noto Sans CJK KR"/>
                <a:cs typeface="Noto Sans CJK KR"/>
              </a:defRPr>
            </a:lvl6pPr>
            <a:lvl7pPr algn="l">
              <a:defRPr sz="1425" b="0">
                <a:solidFill>
                  <a:srgbClr val="566879"/>
                </a:solidFill>
                <a:latin typeface="Noto Sans CJK KR"/>
                <a:ea typeface="Noto Sans CJK KR"/>
                <a:cs typeface="Noto Sans CJK KR"/>
              </a:defRPr>
            </a:lvl7pPr>
            <a:lvl8pPr algn="l">
              <a:defRPr sz="1425" b="0">
                <a:solidFill>
                  <a:srgbClr val="566879"/>
                </a:solidFill>
                <a:latin typeface="Noto Sans CJK KR"/>
                <a:ea typeface="Noto Sans CJK KR"/>
                <a:cs typeface="Noto Sans CJK KR"/>
              </a:defRPr>
            </a:lvl8pPr>
            <a:lvl9pPr algn="l">
              <a:defRPr sz="1425" b="0">
                <a:solidFill>
                  <a:srgbClr val="566879"/>
                </a:solidFill>
                <a:latin typeface="Noto Sans CJK KR"/>
                <a:ea typeface="Noto Sans CJK KR"/>
                <a:cs typeface="Noto Sans CJK KR"/>
              </a:defRPr>
            </a:lvl9pPr>
          </a:lstStyle>
          <a:p xmlns:a="http://schemas.openxmlformats.org/drawingml/2006/main">
            <a:pPr algn="l">
              <a:defRPr sz="1425" b="0">
                <a:solidFill>
                  <a:srgbClr val="566879"/>
                </a:solidFill>
                <a:latin typeface="Noto Sans CJK KR"/>
                <a:ea typeface="Noto Sans CJK KR"/>
                <a:cs typeface="Noto Sans CJK KR"/>
              </a:defRPr>
            </a:pPr>
            <a:r>
              <a:rPr sz="1425" b="0">
                <a:solidFill>
                  <a:srgbClr val="566879"/>
                </a:solidFill>
                <a:latin typeface="Noto Sans CJK KR"/>
                <a:ea typeface="Noto Sans CJK KR"/>
                <a:cs typeface="Noto Sans CJK KR"/>
              </a:rPr>
              <a:t>분산된 업무정보를 자연어로 검색하고, 조회한 자료의 출처와 함께 답변</a:t>
            </a:r>
          </a:p>
        </p:txBody>
      </p:sp>
      <p:sp>
        <p:nvSpPr>
          <p:cNvPr id="3" name="">
            <a:extLst xmlns:a="http://schemas.openxmlformats.org/drawingml/2006/main">
              <a:ext uri="{FF2B5EF4-FFF2-40B4-BE49-F238E27FC236}">
                <a16:creationId xmlns:a16="http://schemas.microsoft.com/office/drawing/2014/main" id="{31AA4E9E-FEC1-40CB-BF1D-36FC21DB429C}"/>
              </a:ext>
            </a:extLst>
          </p:cNvPr>
          <p:cNvSpPr>
            <a:spLocks xmlns:a="http://schemas.openxmlformats.org/drawingml/2006/main"/>
          </p:cNvSpPr>
          <p:nvPr/>
        </p:nvSpPr>
        <p:spPr>
          <a:xfrm xmlns:a="http://schemas.openxmlformats.org/drawingml/2006/main">
            <a:off x="1133475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900" b="0">
                <a:solidFill>
                  <a:srgbClr val="8C9AA8"/>
                </a:solidFill>
                <a:latin typeface="Noto Sans CJK KR"/>
                <a:ea typeface="Noto Sans CJK KR"/>
                <a:cs typeface="Noto Sans CJK KR"/>
              </a:defRPr>
            </a:defPPr>
            <a:lvl1pPr algn="r">
              <a:defRPr sz="900" b="0">
                <a:solidFill>
                  <a:srgbClr val="8C9AA8"/>
                </a:solidFill>
                <a:latin typeface="Noto Sans CJK KR"/>
                <a:ea typeface="Noto Sans CJK KR"/>
                <a:cs typeface="Noto Sans CJK KR"/>
              </a:defRPr>
            </a:lvl1pPr>
            <a:lvl2pPr algn="r">
              <a:defRPr sz="900" b="0">
                <a:solidFill>
                  <a:srgbClr val="8C9AA8"/>
                </a:solidFill>
                <a:latin typeface="Noto Sans CJK KR"/>
                <a:ea typeface="Noto Sans CJK KR"/>
                <a:cs typeface="Noto Sans CJK KR"/>
              </a:defRPr>
            </a:lvl2pPr>
            <a:lvl3pPr algn="r">
              <a:defRPr sz="900" b="0">
                <a:solidFill>
                  <a:srgbClr val="8C9AA8"/>
                </a:solidFill>
                <a:latin typeface="Noto Sans CJK KR"/>
                <a:ea typeface="Noto Sans CJK KR"/>
                <a:cs typeface="Noto Sans CJK KR"/>
              </a:defRPr>
            </a:lvl3pPr>
            <a:lvl4pPr algn="r">
              <a:defRPr sz="900" b="0">
                <a:solidFill>
                  <a:srgbClr val="8C9AA8"/>
                </a:solidFill>
                <a:latin typeface="Noto Sans CJK KR"/>
                <a:ea typeface="Noto Sans CJK KR"/>
                <a:cs typeface="Noto Sans CJK KR"/>
              </a:defRPr>
            </a:lvl4pPr>
            <a:lvl5pPr algn="r">
              <a:defRPr sz="900" b="0">
                <a:solidFill>
                  <a:srgbClr val="8C9AA8"/>
                </a:solidFill>
                <a:latin typeface="Noto Sans CJK KR"/>
                <a:ea typeface="Noto Sans CJK KR"/>
                <a:cs typeface="Noto Sans CJK KR"/>
              </a:defRPr>
            </a:lvl5pPr>
            <a:lvl6pPr algn="r">
              <a:defRPr sz="900" b="0">
                <a:solidFill>
                  <a:srgbClr val="8C9AA8"/>
                </a:solidFill>
                <a:latin typeface="Noto Sans CJK KR"/>
                <a:ea typeface="Noto Sans CJK KR"/>
                <a:cs typeface="Noto Sans CJK KR"/>
              </a:defRPr>
            </a:lvl6pPr>
            <a:lvl7pPr algn="r">
              <a:defRPr sz="900" b="0">
                <a:solidFill>
                  <a:srgbClr val="8C9AA8"/>
                </a:solidFill>
                <a:latin typeface="Noto Sans CJK KR"/>
                <a:ea typeface="Noto Sans CJK KR"/>
                <a:cs typeface="Noto Sans CJK KR"/>
              </a:defRPr>
            </a:lvl7pPr>
            <a:lvl8pPr algn="r">
              <a:defRPr sz="900" b="0">
                <a:solidFill>
                  <a:srgbClr val="8C9AA8"/>
                </a:solidFill>
                <a:latin typeface="Noto Sans CJK KR"/>
                <a:ea typeface="Noto Sans CJK KR"/>
                <a:cs typeface="Noto Sans CJK KR"/>
              </a:defRPr>
            </a:lvl8pPr>
            <a:lvl9pPr algn="r">
              <a:defRPr sz="900" b="0">
                <a:solidFill>
                  <a:srgbClr val="8C9AA8"/>
                </a:solidFill>
                <a:latin typeface="Noto Sans CJK KR"/>
                <a:ea typeface="Noto Sans CJK KR"/>
                <a:cs typeface="Noto Sans CJK KR"/>
              </a:defRPr>
            </a:lvl9pPr>
          </a:lstStyle>
          <a:p xmlns:a="http://schemas.openxmlformats.org/drawingml/2006/main">
            <a:pPr algn="r">
              <a:defRPr sz="900" b="0">
                <a:solidFill>
                  <a:srgbClr val="8C9AA8"/>
                </a:solidFill>
                <a:latin typeface="Noto Sans CJK KR"/>
                <a:ea typeface="Noto Sans CJK KR"/>
                <a:cs typeface="Noto Sans CJK KR"/>
              </a:defRPr>
            </a:pPr>
            <a:r>
              <a:rPr sz="900" b="0">
                <a:solidFill>
                  <a:srgbClr val="8C9AA8"/>
                </a:solidFill>
                <a:latin typeface="Noto Sans CJK KR"/>
                <a:ea typeface="Noto Sans CJK KR"/>
                <a:cs typeface="Noto Sans CJK KR"/>
              </a:rPr>
              <a:t>01</a:t>
            </a:r>
          </a:p>
        </p:txBody>
      </p:sp>
      <p:sp>
        <p:nvSpPr>
          <p:cNvPr id="4" name="">
            <a:extLst xmlns:a="http://schemas.openxmlformats.org/drawingml/2006/main">
              <a:ext uri="{FF2B5EF4-FFF2-40B4-BE49-F238E27FC236}">
                <a16:creationId xmlns:a16="http://schemas.microsoft.com/office/drawing/2014/main" id="{F0BDFCAB-8D40-4A8E-BD1D-2E91251B6DDF}"/>
              </a:ext>
            </a:extLst>
          </p:cNvPr>
          <p:cNvSpPr>
            <a:spLocks xmlns:a="http://schemas.openxmlformats.org/drawingml/2006/main"/>
          </p:cNvSpPr>
          <p:nvPr/>
        </p:nvSpPr>
        <p:spPr>
          <a:xfrm xmlns:a="http://schemas.openxmlformats.org/drawingml/2006/main">
            <a:off x="514350" y="1238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1">
                <a:solidFill>
                  <a:srgbClr val="1C7B79"/>
                </a:solidFill>
                <a:latin typeface="Noto Sans CJK KR"/>
                <a:ea typeface="Noto Sans CJK KR"/>
                <a:cs typeface="Noto Sans CJK KR"/>
              </a:defRPr>
            </a:defPPr>
            <a:lvl1pPr algn="l">
              <a:defRPr sz="1575" b="1">
                <a:solidFill>
                  <a:srgbClr val="1C7B79"/>
                </a:solidFill>
                <a:latin typeface="Noto Sans CJK KR"/>
                <a:ea typeface="Noto Sans CJK KR"/>
                <a:cs typeface="Noto Sans CJK KR"/>
              </a:defRPr>
            </a:lvl1pPr>
            <a:lvl2pPr algn="l">
              <a:defRPr sz="1575" b="1">
                <a:solidFill>
                  <a:srgbClr val="1C7B79"/>
                </a:solidFill>
                <a:latin typeface="Noto Sans CJK KR"/>
                <a:ea typeface="Noto Sans CJK KR"/>
                <a:cs typeface="Noto Sans CJK KR"/>
              </a:defRPr>
            </a:lvl2pPr>
            <a:lvl3pPr algn="l">
              <a:defRPr sz="1575" b="1">
                <a:solidFill>
                  <a:srgbClr val="1C7B79"/>
                </a:solidFill>
                <a:latin typeface="Noto Sans CJK KR"/>
                <a:ea typeface="Noto Sans CJK KR"/>
                <a:cs typeface="Noto Sans CJK KR"/>
              </a:defRPr>
            </a:lvl3pPr>
            <a:lvl4pPr algn="l">
              <a:defRPr sz="1575" b="1">
                <a:solidFill>
                  <a:srgbClr val="1C7B79"/>
                </a:solidFill>
                <a:latin typeface="Noto Sans CJK KR"/>
                <a:ea typeface="Noto Sans CJK KR"/>
                <a:cs typeface="Noto Sans CJK KR"/>
              </a:defRPr>
            </a:lvl4pPr>
            <a:lvl5pPr algn="l">
              <a:defRPr sz="1575" b="1">
                <a:solidFill>
                  <a:srgbClr val="1C7B79"/>
                </a:solidFill>
                <a:latin typeface="Noto Sans CJK KR"/>
                <a:ea typeface="Noto Sans CJK KR"/>
                <a:cs typeface="Noto Sans CJK KR"/>
              </a:defRPr>
            </a:lvl5pPr>
            <a:lvl6pPr algn="l">
              <a:defRPr sz="1575" b="1">
                <a:solidFill>
                  <a:srgbClr val="1C7B79"/>
                </a:solidFill>
                <a:latin typeface="Noto Sans CJK KR"/>
                <a:ea typeface="Noto Sans CJK KR"/>
                <a:cs typeface="Noto Sans CJK KR"/>
              </a:defRPr>
            </a:lvl6pPr>
            <a:lvl7pPr algn="l">
              <a:defRPr sz="1575" b="1">
                <a:solidFill>
                  <a:srgbClr val="1C7B79"/>
                </a:solidFill>
                <a:latin typeface="Noto Sans CJK KR"/>
                <a:ea typeface="Noto Sans CJK KR"/>
                <a:cs typeface="Noto Sans CJK KR"/>
              </a:defRPr>
            </a:lvl7pPr>
            <a:lvl8pPr algn="l">
              <a:defRPr sz="1575" b="1">
                <a:solidFill>
                  <a:srgbClr val="1C7B79"/>
                </a:solidFill>
                <a:latin typeface="Noto Sans CJK KR"/>
                <a:ea typeface="Noto Sans CJK KR"/>
                <a:cs typeface="Noto Sans CJK KR"/>
              </a:defRPr>
            </a:lvl8pPr>
            <a:lvl9pPr algn="l">
              <a:defRPr sz="1575" b="1">
                <a:solidFill>
                  <a:srgbClr val="1C7B79"/>
                </a:solidFill>
                <a:latin typeface="Noto Sans CJK KR"/>
                <a:ea typeface="Noto Sans CJK KR"/>
                <a:cs typeface="Noto Sans CJK KR"/>
              </a:defRPr>
            </a:lvl9pPr>
          </a:lstStyle>
          <a:p xmlns:a="http://schemas.openxmlformats.org/drawingml/2006/main">
            <a:pPr algn="l">
              <a:defRPr sz="1575" b="1">
                <a:solidFill>
                  <a:srgbClr val="1C7B79"/>
                </a:solidFill>
                <a:latin typeface="Noto Sans CJK KR"/>
                <a:ea typeface="Noto Sans CJK KR"/>
                <a:cs typeface="Noto Sans CJK KR"/>
              </a:defRPr>
            </a:pPr>
            <a:r>
              <a:rPr sz="1575" b="1">
                <a:solidFill>
                  <a:srgbClr val="1C7B79"/>
                </a:solidFill>
                <a:latin typeface="Noto Sans CJK KR"/>
                <a:ea typeface="Noto Sans CJK KR"/>
                <a:cs typeface="Noto Sans CJK KR"/>
              </a:rPr>
              <a:t>질문에 반영하는 조건</a:t>
            </a:r>
          </a:p>
        </p:txBody>
      </p:sp>
      <p:sp>
        <p:nvSpPr>
          <p:cNvPr id="5" name="">
            <a:extLst xmlns:a="http://schemas.openxmlformats.org/drawingml/2006/main">
              <a:ext uri="{FF2B5EF4-FFF2-40B4-BE49-F238E27FC236}">
                <a16:creationId xmlns:a16="http://schemas.microsoft.com/office/drawing/2014/main" id="{8DCAD353-1AE5-428F-93BA-008D73EF26E1}"/>
              </a:ext>
            </a:extLst>
          </p:cNvPr>
          <p:cNvSpPr>
            <a:spLocks xmlns:a="http://schemas.openxmlformats.org/drawingml/2006/main"/>
          </p:cNvSpPr>
          <p:nvPr/>
        </p:nvSpPr>
        <p:spPr>
          <a:xfrm xmlns:a="http://schemas.openxmlformats.org/drawingml/2006/main">
            <a:off x="514350" y="1600200"/>
            <a:ext cx="11163300" cy="723900"/>
          </a:xfrm>
          <a:prstGeom xmlns:a="http://schemas.openxmlformats.org/drawingml/2006/main" prst="rect">
            <a:avLst/>
          </a:prstGeom>
          <a:solidFill xmlns:a="http://schemas.openxmlformats.org/drawingml/2006/main">
            <a:srgbClr val="EBF5F4"/>
          </a:solidFill>
          <a:ln xmlns:a="http://schemas.openxmlformats.org/drawingml/2006/main" w="11430">
            <a:solidFill>
              <a:srgbClr val="D6E1E7"/>
            </a:solidFill>
          </a:ln>
        </p:spPr>
      </p:sp>
      <p:sp>
        <p:nvSpPr>
          <p:cNvPr id="6" name="">
            <a:extLst xmlns:a="http://schemas.openxmlformats.org/drawingml/2006/main">
              <a:ext uri="{FF2B5EF4-FFF2-40B4-BE49-F238E27FC236}">
                <a16:creationId xmlns:a16="http://schemas.microsoft.com/office/drawing/2014/main" id="{B195FF97-7C66-459E-BA21-6283F37312FA}"/>
              </a:ext>
            </a:extLst>
          </p:cNvPr>
          <p:cNvSpPr>
            <a:spLocks xmlns:a="http://schemas.openxmlformats.org/drawingml/2006/main"/>
          </p:cNvSpPr>
          <p:nvPr/>
        </p:nvSpPr>
        <p:spPr>
          <a:xfrm xmlns:a="http://schemas.openxmlformats.org/drawingml/2006/main">
            <a:off x="685800" y="1685925"/>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1">
                <a:solidFill>
                  <a:srgbClr val="132D46"/>
                </a:solidFill>
                <a:latin typeface="Noto Sans CJK KR"/>
                <a:ea typeface="Noto Sans CJK KR"/>
                <a:cs typeface="Noto Sans CJK KR"/>
              </a:defRPr>
            </a:defPPr>
            <a:lvl1pPr algn="l">
              <a:defRPr sz="1575" b="1">
                <a:solidFill>
                  <a:srgbClr val="132D46"/>
                </a:solidFill>
                <a:latin typeface="Noto Sans CJK KR"/>
                <a:ea typeface="Noto Sans CJK KR"/>
                <a:cs typeface="Noto Sans CJK KR"/>
              </a:defRPr>
            </a:lvl1pPr>
            <a:lvl2pPr algn="l">
              <a:defRPr sz="1575" b="1">
                <a:solidFill>
                  <a:srgbClr val="132D46"/>
                </a:solidFill>
                <a:latin typeface="Noto Sans CJK KR"/>
                <a:ea typeface="Noto Sans CJK KR"/>
                <a:cs typeface="Noto Sans CJK KR"/>
              </a:defRPr>
            </a:lvl2pPr>
            <a:lvl3pPr algn="l">
              <a:defRPr sz="1575" b="1">
                <a:solidFill>
                  <a:srgbClr val="132D46"/>
                </a:solidFill>
                <a:latin typeface="Noto Sans CJK KR"/>
                <a:ea typeface="Noto Sans CJK KR"/>
                <a:cs typeface="Noto Sans CJK KR"/>
              </a:defRPr>
            </a:lvl3pPr>
            <a:lvl4pPr algn="l">
              <a:defRPr sz="1575" b="1">
                <a:solidFill>
                  <a:srgbClr val="132D46"/>
                </a:solidFill>
                <a:latin typeface="Noto Sans CJK KR"/>
                <a:ea typeface="Noto Sans CJK KR"/>
                <a:cs typeface="Noto Sans CJK KR"/>
              </a:defRPr>
            </a:lvl4pPr>
            <a:lvl5pPr algn="l">
              <a:defRPr sz="1575" b="1">
                <a:solidFill>
                  <a:srgbClr val="132D46"/>
                </a:solidFill>
                <a:latin typeface="Noto Sans CJK KR"/>
                <a:ea typeface="Noto Sans CJK KR"/>
                <a:cs typeface="Noto Sans CJK KR"/>
              </a:defRPr>
            </a:lvl5pPr>
            <a:lvl6pPr algn="l">
              <a:defRPr sz="1575" b="1">
                <a:solidFill>
                  <a:srgbClr val="132D46"/>
                </a:solidFill>
                <a:latin typeface="Noto Sans CJK KR"/>
                <a:ea typeface="Noto Sans CJK KR"/>
                <a:cs typeface="Noto Sans CJK KR"/>
              </a:defRPr>
            </a:lvl6pPr>
            <a:lvl7pPr algn="l">
              <a:defRPr sz="1575" b="1">
                <a:solidFill>
                  <a:srgbClr val="132D46"/>
                </a:solidFill>
                <a:latin typeface="Noto Sans CJK KR"/>
                <a:ea typeface="Noto Sans CJK KR"/>
                <a:cs typeface="Noto Sans CJK KR"/>
              </a:defRPr>
            </a:lvl7pPr>
            <a:lvl8pPr algn="l">
              <a:defRPr sz="1575" b="1">
                <a:solidFill>
                  <a:srgbClr val="132D46"/>
                </a:solidFill>
                <a:latin typeface="Noto Sans CJK KR"/>
                <a:ea typeface="Noto Sans CJK KR"/>
                <a:cs typeface="Noto Sans CJK KR"/>
              </a:defRPr>
            </a:lvl8pPr>
            <a:lvl9pPr algn="l">
              <a:defRPr sz="1575" b="1">
                <a:solidFill>
                  <a:srgbClr val="132D46"/>
                </a:solidFill>
                <a:latin typeface="Noto Sans CJK KR"/>
                <a:ea typeface="Noto Sans CJK KR"/>
                <a:cs typeface="Noto Sans CJK KR"/>
              </a:defRPr>
            </a:lvl9pPr>
          </a:lstStyle>
          <a:p xmlns:a="http://schemas.openxmlformats.org/drawingml/2006/main">
            <a:pPr algn="l">
              <a:defRPr sz="1575" b="1">
                <a:solidFill>
                  <a:srgbClr val="132D46"/>
                </a:solidFill>
                <a:latin typeface="Noto Sans CJK KR"/>
                <a:ea typeface="Noto Sans CJK KR"/>
                <a:cs typeface="Noto Sans CJK KR"/>
              </a:defRPr>
            </a:pPr>
            <a:r>
              <a:rPr sz="1575" b="1">
                <a:solidFill>
                  <a:srgbClr val="132D46"/>
                </a:solidFill>
                <a:latin typeface="Noto Sans CJK KR"/>
                <a:ea typeface="Noto Sans CJK KR"/>
                <a:cs typeface="Noto Sans CJK KR"/>
              </a:rPr>
              <a:t>인물·기간</a:t>
            </a:r>
          </a:p>
        </p:txBody>
      </p:sp>
      <p:sp>
        <p:nvSpPr>
          <p:cNvPr id="7" name="">
            <a:extLst xmlns:a="http://schemas.openxmlformats.org/drawingml/2006/main">
              <a:ext uri="{FF2B5EF4-FFF2-40B4-BE49-F238E27FC236}">
                <a16:creationId xmlns:a16="http://schemas.microsoft.com/office/drawing/2014/main" id="{25913955-BF70-46D2-BE80-35F33CC58AC7}"/>
              </a:ext>
            </a:extLst>
          </p:cNvPr>
          <p:cNvSpPr>
            <a:spLocks xmlns:a="http://schemas.openxmlformats.org/drawingml/2006/main"/>
          </p:cNvSpPr>
          <p:nvPr/>
        </p:nvSpPr>
        <p:spPr>
          <a:xfrm xmlns:a="http://schemas.openxmlformats.org/drawingml/2006/main">
            <a:off x="685800" y="2009775"/>
            <a:ext cx="342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0">
                <a:solidFill>
                  <a:srgbClr val="566879"/>
                </a:solidFill>
                <a:latin typeface="Noto Sans CJK KR"/>
                <a:ea typeface="Noto Sans CJK KR"/>
                <a:cs typeface="Noto Sans CJK KR"/>
              </a:defRPr>
            </a:defPPr>
            <a:lvl1pPr algn="l">
              <a:defRPr sz="1275" b="0">
                <a:solidFill>
                  <a:srgbClr val="566879"/>
                </a:solidFill>
                <a:latin typeface="Noto Sans CJK KR"/>
                <a:ea typeface="Noto Sans CJK KR"/>
                <a:cs typeface="Noto Sans CJK KR"/>
              </a:defRPr>
            </a:lvl1pPr>
            <a:lvl2pPr algn="l">
              <a:defRPr sz="1275" b="0">
                <a:solidFill>
                  <a:srgbClr val="566879"/>
                </a:solidFill>
                <a:latin typeface="Noto Sans CJK KR"/>
                <a:ea typeface="Noto Sans CJK KR"/>
                <a:cs typeface="Noto Sans CJK KR"/>
              </a:defRPr>
            </a:lvl2pPr>
            <a:lvl3pPr algn="l">
              <a:defRPr sz="1275" b="0">
                <a:solidFill>
                  <a:srgbClr val="566879"/>
                </a:solidFill>
                <a:latin typeface="Noto Sans CJK KR"/>
                <a:ea typeface="Noto Sans CJK KR"/>
                <a:cs typeface="Noto Sans CJK KR"/>
              </a:defRPr>
            </a:lvl3pPr>
            <a:lvl4pPr algn="l">
              <a:defRPr sz="1275" b="0">
                <a:solidFill>
                  <a:srgbClr val="566879"/>
                </a:solidFill>
                <a:latin typeface="Noto Sans CJK KR"/>
                <a:ea typeface="Noto Sans CJK KR"/>
                <a:cs typeface="Noto Sans CJK KR"/>
              </a:defRPr>
            </a:lvl4pPr>
            <a:lvl5pPr algn="l">
              <a:defRPr sz="1275" b="0">
                <a:solidFill>
                  <a:srgbClr val="566879"/>
                </a:solidFill>
                <a:latin typeface="Noto Sans CJK KR"/>
                <a:ea typeface="Noto Sans CJK KR"/>
                <a:cs typeface="Noto Sans CJK KR"/>
              </a:defRPr>
            </a:lvl5pPr>
            <a:lvl6pPr algn="l">
              <a:defRPr sz="1275" b="0">
                <a:solidFill>
                  <a:srgbClr val="566879"/>
                </a:solidFill>
                <a:latin typeface="Noto Sans CJK KR"/>
                <a:ea typeface="Noto Sans CJK KR"/>
                <a:cs typeface="Noto Sans CJK KR"/>
              </a:defRPr>
            </a:lvl6pPr>
            <a:lvl7pPr algn="l">
              <a:defRPr sz="1275" b="0">
                <a:solidFill>
                  <a:srgbClr val="566879"/>
                </a:solidFill>
                <a:latin typeface="Noto Sans CJK KR"/>
                <a:ea typeface="Noto Sans CJK KR"/>
                <a:cs typeface="Noto Sans CJK KR"/>
              </a:defRPr>
            </a:lvl7pPr>
            <a:lvl8pPr algn="l">
              <a:defRPr sz="1275" b="0">
                <a:solidFill>
                  <a:srgbClr val="566879"/>
                </a:solidFill>
                <a:latin typeface="Noto Sans CJK KR"/>
                <a:ea typeface="Noto Sans CJK KR"/>
                <a:cs typeface="Noto Sans CJK KR"/>
              </a:defRPr>
            </a:lvl8pPr>
            <a:lvl9pPr algn="l">
              <a:defRPr sz="1275" b="0">
                <a:solidFill>
                  <a:srgbClr val="566879"/>
                </a:solidFill>
                <a:latin typeface="Noto Sans CJK KR"/>
                <a:ea typeface="Noto Sans CJK KR"/>
                <a:cs typeface="Noto Sans CJK KR"/>
              </a:defRPr>
            </a:lvl9pPr>
          </a:lstStyle>
          <a:p xmlns:a="http://schemas.openxmlformats.org/drawingml/2006/main">
            <a:pPr algn="l">
              <a:defRPr sz="1275" b="0">
                <a:solidFill>
                  <a:srgbClr val="566879"/>
                </a:solidFill>
                <a:latin typeface="Noto Sans CJK KR"/>
                <a:ea typeface="Noto Sans CJK KR"/>
                <a:cs typeface="Noto Sans CJK KR"/>
              </a:defRPr>
            </a:pPr>
            <a:r>
              <a:rPr sz="1275" b="0">
                <a:solidFill>
                  <a:srgbClr val="566879"/>
                </a:solidFill>
                <a:latin typeface="Noto Sans CJK KR"/>
                <a:ea typeface="Noto Sans CJK KR"/>
                <a:cs typeface="Noto Sans CJK KR"/>
              </a:rPr>
              <a:t>발신자·참석자와 조회 시점</a:t>
            </a:r>
          </a:p>
        </p:txBody>
      </p:sp>
      <p:sp>
        <p:nvSpPr>
          <p:cNvPr id="8" name="">
            <a:extLst xmlns:a="http://schemas.openxmlformats.org/drawingml/2006/main">
              <a:ext uri="{FF2B5EF4-FFF2-40B4-BE49-F238E27FC236}">
                <a16:creationId xmlns:a16="http://schemas.microsoft.com/office/drawing/2014/main" id="{B339D495-9EBA-4BEC-B03D-491B88A3694C}"/>
              </a:ext>
            </a:extLst>
          </p:cNvPr>
          <p:cNvSpPr>
            <a:spLocks xmlns:a="http://schemas.openxmlformats.org/drawingml/2006/main"/>
          </p:cNvSpPr>
          <p:nvPr/>
        </p:nvSpPr>
        <p:spPr>
          <a:xfrm xmlns:a="http://schemas.openxmlformats.org/drawingml/2006/main">
            <a:off x="4400550" y="1685925"/>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1">
                <a:solidFill>
                  <a:srgbClr val="132D46"/>
                </a:solidFill>
                <a:latin typeface="Noto Sans CJK KR"/>
                <a:ea typeface="Noto Sans CJK KR"/>
                <a:cs typeface="Noto Sans CJK KR"/>
              </a:defRPr>
            </a:defPPr>
            <a:lvl1pPr algn="l">
              <a:defRPr sz="1575" b="1">
                <a:solidFill>
                  <a:srgbClr val="132D46"/>
                </a:solidFill>
                <a:latin typeface="Noto Sans CJK KR"/>
                <a:ea typeface="Noto Sans CJK KR"/>
                <a:cs typeface="Noto Sans CJK KR"/>
              </a:defRPr>
            </a:lvl1pPr>
            <a:lvl2pPr algn="l">
              <a:defRPr sz="1575" b="1">
                <a:solidFill>
                  <a:srgbClr val="132D46"/>
                </a:solidFill>
                <a:latin typeface="Noto Sans CJK KR"/>
                <a:ea typeface="Noto Sans CJK KR"/>
                <a:cs typeface="Noto Sans CJK KR"/>
              </a:defRPr>
            </a:lvl2pPr>
            <a:lvl3pPr algn="l">
              <a:defRPr sz="1575" b="1">
                <a:solidFill>
                  <a:srgbClr val="132D46"/>
                </a:solidFill>
                <a:latin typeface="Noto Sans CJK KR"/>
                <a:ea typeface="Noto Sans CJK KR"/>
                <a:cs typeface="Noto Sans CJK KR"/>
              </a:defRPr>
            </a:lvl3pPr>
            <a:lvl4pPr algn="l">
              <a:defRPr sz="1575" b="1">
                <a:solidFill>
                  <a:srgbClr val="132D46"/>
                </a:solidFill>
                <a:latin typeface="Noto Sans CJK KR"/>
                <a:ea typeface="Noto Sans CJK KR"/>
                <a:cs typeface="Noto Sans CJK KR"/>
              </a:defRPr>
            </a:lvl4pPr>
            <a:lvl5pPr algn="l">
              <a:defRPr sz="1575" b="1">
                <a:solidFill>
                  <a:srgbClr val="132D46"/>
                </a:solidFill>
                <a:latin typeface="Noto Sans CJK KR"/>
                <a:ea typeface="Noto Sans CJK KR"/>
                <a:cs typeface="Noto Sans CJK KR"/>
              </a:defRPr>
            </a:lvl5pPr>
            <a:lvl6pPr algn="l">
              <a:defRPr sz="1575" b="1">
                <a:solidFill>
                  <a:srgbClr val="132D46"/>
                </a:solidFill>
                <a:latin typeface="Noto Sans CJK KR"/>
                <a:ea typeface="Noto Sans CJK KR"/>
                <a:cs typeface="Noto Sans CJK KR"/>
              </a:defRPr>
            </a:lvl6pPr>
            <a:lvl7pPr algn="l">
              <a:defRPr sz="1575" b="1">
                <a:solidFill>
                  <a:srgbClr val="132D46"/>
                </a:solidFill>
                <a:latin typeface="Noto Sans CJK KR"/>
                <a:ea typeface="Noto Sans CJK KR"/>
                <a:cs typeface="Noto Sans CJK KR"/>
              </a:defRPr>
            </a:lvl7pPr>
            <a:lvl8pPr algn="l">
              <a:defRPr sz="1575" b="1">
                <a:solidFill>
                  <a:srgbClr val="132D46"/>
                </a:solidFill>
                <a:latin typeface="Noto Sans CJK KR"/>
                <a:ea typeface="Noto Sans CJK KR"/>
                <a:cs typeface="Noto Sans CJK KR"/>
              </a:defRPr>
            </a:lvl8pPr>
            <a:lvl9pPr algn="l">
              <a:defRPr sz="1575" b="1">
                <a:solidFill>
                  <a:srgbClr val="132D46"/>
                </a:solidFill>
                <a:latin typeface="Noto Sans CJK KR"/>
                <a:ea typeface="Noto Sans CJK KR"/>
                <a:cs typeface="Noto Sans CJK KR"/>
              </a:defRPr>
            </a:lvl9pPr>
          </a:lstStyle>
          <a:p xmlns:a="http://schemas.openxmlformats.org/drawingml/2006/main">
            <a:pPr algn="l">
              <a:defRPr sz="1575" b="1">
                <a:solidFill>
                  <a:srgbClr val="132D46"/>
                </a:solidFill>
                <a:latin typeface="Noto Sans CJK KR"/>
                <a:ea typeface="Noto Sans CJK KR"/>
                <a:cs typeface="Noto Sans CJK KR"/>
              </a:defRPr>
            </a:pPr>
            <a:r>
              <a:rPr sz="1575" b="1">
                <a:solidFill>
                  <a:srgbClr val="132D46"/>
                </a:solidFill>
                <a:latin typeface="Noto Sans CJK KR"/>
                <a:ea typeface="Noto Sans CJK KR"/>
                <a:cs typeface="Noto Sans CJK KR"/>
              </a:rPr>
              <a:t>업무 주제</a:t>
            </a:r>
          </a:p>
        </p:txBody>
      </p:sp>
      <p:sp>
        <p:nvSpPr>
          <p:cNvPr id="9" name="">
            <a:extLst xmlns:a="http://schemas.openxmlformats.org/drawingml/2006/main">
              <a:ext uri="{FF2B5EF4-FFF2-40B4-BE49-F238E27FC236}">
                <a16:creationId xmlns:a16="http://schemas.microsoft.com/office/drawing/2014/main" id="{7A795404-AC19-42CD-AB01-45AFD0A608A5}"/>
              </a:ext>
            </a:extLst>
          </p:cNvPr>
          <p:cNvSpPr>
            <a:spLocks xmlns:a="http://schemas.openxmlformats.org/drawingml/2006/main"/>
          </p:cNvSpPr>
          <p:nvPr/>
        </p:nvSpPr>
        <p:spPr>
          <a:xfrm xmlns:a="http://schemas.openxmlformats.org/drawingml/2006/main">
            <a:off x="4400550" y="2009775"/>
            <a:ext cx="342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0">
                <a:solidFill>
                  <a:srgbClr val="566879"/>
                </a:solidFill>
                <a:latin typeface="Noto Sans CJK KR"/>
                <a:ea typeface="Noto Sans CJK KR"/>
                <a:cs typeface="Noto Sans CJK KR"/>
              </a:defRPr>
            </a:defPPr>
            <a:lvl1pPr algn="l">
              <a:defRPr sz="1275" b="0">
                <a:solidFill>
                  <a:srgbClr val="566879"/>
                </a:solidFill>
                <a:latin typeface="Noto Sans CJK KR"/>
                <a:ea typeface="Noto Sans CJK KR"/>
                <a:cs typeface="Noto Sans CJK KR"/>
              </a:defRPr>
            </a:lvl1pPr>
            <a:lvl2pPr algn="l">
              <a:defRPr sz="1275" b="0">
                <a:solidFill>
                  <a:srgbClr val="566879"/>
                </a:solidFill>
                <a:latin typeface="Noto Sans CJK KR"/>
                <a:ea typeface="Noto Sans CJK KR"/>
                <a:cs typeface="Noto Sans CJK KR"/>
              </a:defRPr>
            </a:lvl2pPr>
            <a:lvl3pPr algn="l">
              <a:defRPr sz="1275" b="0">
                <a:solidFill>
                  <a:srgbClr val="566879"/>
                </a:solidFill>
                <a:latin typeface="Noto Sans CJK KR"/>
                <a:ea typeface="Noto Sans CJK KR"/>
                <a:cs typeface="Noto Sans CJK KR"/>
              </a:defRPr>
            </a:lvl3pPr>
            <a:lvl4pPr algn="l">
              <a:defRPr sz="1275" b="0">
                <a:solidFill>
                  <a:srgbClr val="566879"/>
                </a:solidFill>
                <a:latin typeface="Noto Sans CJK KR"/>
                <a:ea typeface="Noto Sans CJK KR"/>
                <a:cs typeface="Noto Sans CJK KR"/>
              </a:defRPr>
            </a:lvl4pPr>
            <a:lvl5pPr algn="l">
              <a:defRPr sz="1275" b="0">
                <a:solidFill>
                  <a:srgbClr val="566879"/>
                </a:solidFill>
                <a:latin typeface="Noto Sans CJK KR"/>
                <a:ea typeface="Noto Sans CJK KR"/>
                <a:cs typeface="Noto Sans CJK KR"/>
              </a:defRPr>
            </a:lvl5pPr>
            <a:lvl6pPr algn="l">
              <a:defRPr sz="1275" b="0">
                <a:solidFill>
                  <a:srgbClr val="566879"/>
                </a:solidFill>
                <a:latin typeface="Noto Sans CJK KR"/>
                <a:ea typeface="Noto Sans CJK KR"/>
                <a:cs typeface="Noto Sans CJK KR"/>
              </a:defRPr>
            </a:lvl6pPr>
            <a:lvl7pPr algn="l">
              <a:defRPr sz="1275" b="0">
                <a:solidFill>
                  <a:srgbClr val="566879"/>
                </a:solidFill>
                <a:latin typeface="Noto Sans CJK KR"/>
                <a:ea typeface="Noto Sans CJK KR"/>
                <a:cs typeface="Noto Sans CJK KR"/>
              </a:defRPr>
            </a:lvl7pPr>
            <a:lvl8pPr algn="l">
              <a:defRPr sz="1275" b="0">
                <a:solidFill>
                  <a:srgbClr val="566879"/>
                </a:solidFill>
                <a:latin typeface="Noto Sans CJK KR"/>
                <a:ea typeface="Noto Sans CJK KR"/>
                <a:cs typeface="Noto Sans CJK KR"/>
              </a:defRPr>
            </a:lvl8pPr>
            <a:lvl9pPr algn="l">
              <a:defRPr sz="1275" b="0">
                <a:solidFill>
                  <a:srgbClr val="566879"/>
                </a:solidFill>
                <a:latin typeface="Noto Sans CJK KR"/>
                <a:ea typeface="Noto Sans CJK KR"/>
                <a:cs typeface="Noto Sans CJK KR"/>
              </a:defRPr>
            </a:lvl9pPr>
          </a:lstStyle>
          <a:p xmlns:a="http://schemas.openxmlformats.org/drawingml/2006/main">
            <a:pPr algn="l">
              <a:defRPr sz="1275" b="0">
                <a:solidFill>
                  <a:srgbClr val="566879"/>
                </a:solidFill>
                <a:latin typeface="Noto Sans CJK KR"/>
                <a:ea typeface="Noto Sans CJK KR"/>
                <a:cs typeface="Noto Sans CJK KR"/>
              </a:defRPr>
            </a:pPr>
            <a:r>
              <a:rPr sz="1275" b="0">
                <a:solidFill>
                  <a:srgbClr val="566879"/>
                </a:solidFill>
                <a:latin typeface="Noto Sans CJK KR"/>
                <a:ea typeface="Noto Sans CJK KR"/>
                <a:cs typeface="Noto Sans CJK KR"/>
              </a:rPr>
              <a:t>관련 메일과 회의 내용 탐색</a:t>
            </a:r>
          </a:p>
        </p:txBody>
      </p:sp>
      <p:sp>
        <p:nvSpPr>
          <p:cNvPr id="10" name="">
            <a:extLst xmlns:a="http://schemas.openxmlformats.org/drawingml/2006/main">
              <a:ext uri="{FF2B5EF4-FFF2-40B4-BE49-F238E27FC236}">
                <a16:creationId xmlns:a16="http://schemas.microsoft.com/office/drawing/2014/main" id="{774C198D-9179-4BF3-B708-59E43FA5D52B}"/>
              </a:ext>
            </a:extLst>
          </p:cNvPr>
          <p:cNvSpPr>
            <a:spLocks xmlns:a="http://schemas.openxmlformats.org/drawingml/2006/main"/>
          </p:cNvSpPr>
          <p:nvPr/>
        </p:nvSpPr>
        <p:spPr>
          <a:xfrm xmlns:a="http://schemas.openxmlformats.org/drawingml/2006/main">
            <a:off x="4286250" y="1781175"/>
            <a:ext cx="0" cy="0"/>
          </a:xfrm>
          <a:prstGeom xmlns:a="http://schemas.openxmlformats.org/drawingml/2006/main" prst="line">
            <a:avLst/>
          </a:prstGeom>
          <a:noFill xmlns:a="http://schemas.openxmlformats.org/drawingml/2006/main"/>
          <a:ln xmlns:a="http://schemas.openxmlformats.org/drawingml/2006/main" w="9525">
            <a:solidFill>
              <a:srgbClr val="D6E1E7"/>
            </a:solidFill>
          </a:ln>
        </p:spPr>
      </p:sp>
      <p:sp>
        <p:nvSpPr>
          <p:cNvPr id="11" name="">
            <a:extLst xmlns:a="http://schemas.openxmlformats.org/drawingml/2006/main">
              <a:ext uri="{FF2B5EF4-FFF2-40B4-BE49-F238E27FC236}">
                <a16:creationId xmlns:a16="http://schemas.microsoft.com/office/drawing/2014/main" id="{3900AB92-4AD7-4523-A50D-6A05056FA313}"/>
              </a:ext>
            </a:extLst>
          </p:cNvPr>
          <p:cNvSpPr>
            <a:spLocks xmlns:a="http://schemas.openxmlformats.org/drawingml/2006/main"/>
          </p:cNvSpPr>
          <p:nvPr/>
        </p:nvSpPr>
        <p:spPr>
          <a:xfrm xmlns:a="http://schemas.openxmlformats.org/drawingml/2006/main">
            <a:off x="8115300" y="1685925"/>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1">
                <a:solidFill>
                  <a:srgbClr val="132D46"/>
                </a:solidFill>
                <a:latin typeface="Noto Sans CJK KR"/>
                <a:ea typeface="Noto Sans CJK KR"/>
                <a:cs typeface="Noto Sans CJK KR"/>
              </a:defRPr>
            </a:defPPr>
            <a:lvl1pPr algn="l">
              <a:defRPr sz="1575" b="1">
                <a:solidFill>
                  <a:srgbClr val="132D46"/>
                </a:solidFill>
                <a:latin typeface="Noto Sans CJK KR"/>
                <a:ea typeface="Noto Sans CJK KR"/>
                <a:cs typeface="Noto Sans CJK KR"/>
              </a:defRPr>
            </a:lvl1pPr>
            <a:lvl2pPr algn="l">
              <a:defRPr sz="1575" b="1">
                <a:solidFill>
                  <a:srgbClr val="132D46"/>
                </a:solidFill>
                <a:latin typeface="Noto Sans CJK KR"/>
                <a:ea typeface="Noto Sans CJK KR"/>
                <a:cs typeface="Noto Sans CJK KR"/>
              </a:defRPr>
            </a:lvl2pPr>
            <a:lvl3pPr algn="l">
              <a:defRPr sz="1575" b="1">
                <a:solidFill>
                  <a:srgbClr val="132D46"/>
                </a:solidFill>
                <a:latin typeface="Noto Sans CJK KR"/>
                <a:ea typeface="Noto Sans CJK KR"/>
                <a:cs typeface="Noto Sans CJK KR"/>
              </a:defRPr>
            </a:lvl3pPr>
            <a:lvl4pPr algn="l">
              <a:defRPr sz="1575" b="1">
                <a:solidFill>
                  <a:srgbClr val="132D46"/>
                </a:solidFill>
                <a:latin typeface="Noto Sans CJK KR"/>
                <a:ea typeface="Noto Sans CJK KR"/>
                <a:cs typeface="Noto Sans CJK KR"/>
              </a:defRPr>
            </a:lvl4pPr>
            <a:lvl5pPr algn="l">
              <a:defRPr sz="1575" b="1">
                <a:solidFill>
                  <a:srgbClr val="132D46"/>
                </a:solidFill>
                <a:latin typeface="Noto Sans CJK KR"/>
                <a:ea typeface="Noto Sans CJK KR"/>
                <a:cs typeface="Noto Sans CJK KR"/>
              </a:defRPr>
            </a:lvl5pPr>
            <a:lvl6pPr algn="l">
              <a:defRPr sz="1575" b="1">
                <a:solidFill>
                  <a:srgbClr val="132D46"/>
                </a:solidFill>
                <a:latin typeface="Noto Sans CJK KR"/>
                <a:ea typeface="Noto Sans CJK KR"/>
                <a:cs typeface="Noto Sans CJK KR"/>
              </a:defRPr>
            </a:lvl6pPr>
            <a:lvl7pPr algn="l">
              <a:defRPr sz="1575" b="1">
                <a:solidFill>
                  <a:srgbClr val="132D46"/>
                </a:solidFill>
                <a:latin typeface="Noto Sans CJK KR"/>
                <a:ea typeface="Noto Sans CJK KR"/>
                <a:cs typeface="Noto Sans CJK KR"/>
              </a:defRPr>
            </a:lvl7pPr>
            <a:lvl8pPr algn="l">
              <a:defRPr sz="1575" b="1">
                <a:solidFill>
                  <a:srgbClr val="132D46"/>
                </a:solidFill>
                <a:latin typeface="Noto Sans CJK KR"/>
                <a:ea typeface="Noto Sans CJK KR"/>
                <a:cs typeface="Noto Sans CJK KR"/>
              </a:defRPr>
            </a:lvl8pPr>
            <a:lvl9pPr algn="l">
              <a:defRPr sz="1575" b="1">
                <a:solidFill>
                  <a:srgbClr val="132D46"/>
                </a:solidFill>
                <a:latin typeface="Noto Sans CJK KR"/>
                <a:ea typeface="Noto Sans CJK KR"/>
                <a:cs typeface="Noto Sans CJK KR"/>
              </a:defRPr>
            </a:lvl9pPr>
          </a:lstStyle>
          <a:p xmlns:a="http://schemas.openxmlformats.org/drawingml/2006/main">
            <a:pPr algn="l">
              <a:defRPr sz="1575" b="1">
                <a:solidFill>
                  <a:srgbClr val="132D46"/>
                </a:solidFill>
                <a:latin typeface="Noto Sans CJK KR"/>
                <a:ea typeface="Noto Sans CJK KR"/>
                <a:cs typeface="Noto Sans CJK KR"/>
              </a:defRPr>
            </a:pPr>
            <a:r>
              <a:rPr sz="1575" b="1">
                <a:solidFill>
                  <a:srgbClr val="132D46"/>
                </a:solidFill>
                <a:latin typeface="Noto Sans CJK KR"/>
                <a:ea typeface="Noto Sans CJK KR"/>
                <a:cs typeface="Noto Sans CJK KR"/>
              </a:rPr>
              <a:t>대화 맥락</a:t>
            </a:r>
          </a:p>
        </p:txBody>
      </p:sp>
      <p:sp>
        <p:nvSpPr>
          <p:cNvPr id="12" name="">
            <a:extLst xmlns:a="http://schemas.openxmlformats.org/drawingml/2006/main">
              <a:ext uri="{FF2B5EF4-FFF2-40B4-BE49-F238E27FC236}">
                <a16:creationId xmlns:a16="http://schemas.microsoft.com/office/drawing/2014/main" id="{05795863-1AD7-4784-AE0C-E8293E091A3B}"/>
              </a:ext>
            </a:extLst>
          </p:cNvPr>
          <p:cNvSpPr>
            <a:spLocks xmlns:a="http://schemas.openxmlformats.org/drawingml/2006/main"/>
          </p:cNvSpPr>
          <p:nvPr/>
        </p:nvSpPr>
        <p:spPr>
          <a:xfrm xmlns:a="http://schemas.openxmlformats.org/drawingml/2006/main">
            <a:off x="8115300" y="2009775"/>
            <a:ext cx="342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0">
                <a:solidFill>
                  <a:srgbClr val="566879"/>
                </a:solidFill>
                <a:latin typeface="Noto Sans CJK KR"/>
                <a:ea typeface="Noto Sans CJK KR"/>
                <a:cs typeface="Noto Sans CJK KR"/>
              </a:defRPr>
            </a:defPPr>
            <a:lvl1pPr algn="l">
              <a:defRPr sz="1275" b="0">
                <a:solidFill>
                  <a:srgbClr val="566879"/>
                </a:solidFill>
                <a:latin typeface="Noto Sans CJK KR"/>
                <a:ea typeface="Noto Sans CJK KR"/>
                <a:cs typeface="Noto Sans CJK KR"/>
              </a:defRPr>
            </a:lvl1pPr>
            <a:lvl2pPr algn="l">
              <a:defRPr sz="1275" b="0">
                <a:solidFill>
                  <a:srgbClr val="566879"/>
                </a:solidFill>
                <a:latin typeface="Noto Sans CJK KR"/>
                <a:ea typeface="Noto Sans CJK KR"/>
                <a:cs typeface="Noto Sans CJK KR"/>
              </a:defRPr>
            </a:lvl2pPr>
            <a:lvl3pPr algn="l">
              <a:defRPr sz="1275" b="0">
                <a:solidFill>
                  <a:srgbClr val="566879"/>
                </a:solidFill>
                <a:latin typeface="Noto Sans CJK KR"/>
                <a:ea typeface="Noto Sans CJK KR"/>
                <a:cs typeface="Noto Sans CJK KR"/>
              </a:defRPr>
            </a:lvl3pPr>
            <a:lvl4pPr algn="l">
              <a:defRPr sz="1275" b="0">
                <a:solidFill>
                  <a:srgbClr val="566879"/>
                </a:solidFill>
                <a:latin typeface="Noto Sans CJK KR"/>
                <a:ea typeface="Noto Sans CJK KR"/>
                <a:cs typeface="Noto Sans CJK KR"/>
              </a:defRPr>
            </a:lvl4pPr>
            <a:lvl5pPr algn="l">
              <a:defRPr sz="1275" b="0">
                <a:solidFill>
                  <a:srgbClr val="566879"/>
                </a:solidFill>
                <a:latin typeface="Noto Sans CJK KR"/>
                <a:ea typeface="Noto Sans CJK KR"/>
                <a:cs typeface="Noto Sans CJK KR"/>
              </a:defRPr>
            </a:lvl5pPr>
            <a:lvl6pPr algn="l">
              <a:defRPr sz="1275" b="0">
                <a:solidFill>
                  <a:srgbClr val="566879"/>
                </a:solidFill>
                <a:latin typeface="Noto Sans CJK KR"/>
                <a:ea typeface="Noto Sans CJK KR"/>
                <a:cs typeface="Noto Sans CJK KR"/>
              </a:defRPr>
            </a:lvl6pPr>
            <a:lvl7pPr algn="l">
              <a:defRPr sz="1275" b="0">
                <a:solidFill>
                  <a:srgbClr val="566879"/>
                </a:solidFill>
                <a:latin typeface="Noto Sans CJK KR"/>
                <a:ea typeface="Noto Sans CJK KR"/>
                <a:cs typeface="Noto Sans CJK KR"/>
              </a:defRPr>
            </a:lvl7pPr>
            <a:lvl8pPr algn="l">
              <a:defRPr sz="1275" b="0">
                <a:solidFill>
                  <a:srgbClr val="566879"/>
                </a:solidFill>
                <a:latin typeface="Noto Sans CJK KR"/>
                <a:ea typeface="Noto Sans CJK KR"/>
                <a:cs typeface="Noto Sans CJK KR"/>
              </a:defRPr>
            </a:lvl8pPr>
            <a:lvl9pPr algn="l">
              <a:defRPr sz="1275" b="0">
                <a:solidFill>
                  <a:srgbClr val="566879"/>
                </a:solidFill>
                <a:latin typeface="Noto Sans CJK KR"/>
                <a:ea typeface="Noto Sans CJK KR"/>
                <a:cs typeface="Noto Sans CJK KR"/>
              </a:defRPr>
            </a:lvl9pPr>
          </a:lstStyle>
          <a:p xmlns:a="http://schemas.openxmlformats.org/drawingml/2006/main">
            <a:pPr algn="l">
              <a:defRPr sz="1275" b="0">
                <a:solidFill>
                  <a:srgbClr val="566879"/>
                </a:solidFill>
                <a:latin typeface="Noto Sans CJK KR"/>
                <a:ea typeface="Noto Sans CJK KR"/>
                <a:cs typeface="Noto Sans CJK KR"/>
              </a:defRPr>
            </a:pPr>
            <a:r>
              <a:rPr sz="1275" b="0">
                <a:solidFill>
                  <a:srgbClr val="566879"/>
                </a:solidFill>
                <a:latin typeface="Noto Sans CJK KR"/>
                <a:ea typeface="Noto Sans CJK KR"/>
                <a:cs typeface="Noto Sans CJK KR"/>
              </a:rPr>
              <a:t>후속 질문에 이전 조회 조건 반영</a:t>
            </a:r>
          </a:p>
        </p:txBody>
      </p:sp>
      <p:sp>
        <p:nvSpPr>
          <p:cNvPr id="13" name="">
            <a:extLst xmlns:a="http://schemas.openxmlformats.org/drawingml/2006/main">
              <a:ext uri="{FF2B5EF4-FFF2-40B4-BE49-F238E27FC236}">
                <a16:creationId xmlns:a16="http://schemas.microsoft.com/office/drawing/2014/main" id="{734CC95B-C31E-4214-9F8A-A96A3CB89BA5}"/>
              </a:ext>
            </a:extLst>
          </p:cNvPr>
          <p:cNvSpPr>
            <a:spLocks xmlns:a="http://schemas.openxmlformats.org/drawingml/2006/main"/>
          </p:cNvSpPr>
          <p:nvPr/>
        </p:nvSpPr>
        <p:spPr>
          <a:xfrm xmlns:a="http://schemas.openxmlformats.org/drawingml/2006/main">
            <a:off x="8001000" y="1781175"/>
            <a:ext cx="0" cy="0"/>
          </a:xfrm>
          <a:prstGeom xmlns:a="http://schemas.openxmlformats.org/drawingml/2006/main" prst="line">
            <a:avLst/>
          </a:prstGeom>
          <a:noFill xmlns:a="http://schemas.openxmlformats.org/drawingml/2006/main"/>
          <a:ln xmlns:a="http://schemas.openxmlformats.org/drawingml/2006/main" w="9525">
            <a:solidFill>
              <a:srgbClr val="D6E1E7"/>
            </a:solidFill>
          </a:ln>
        </p:spPr>
      </p:sp>
      <p:sp>
        <p:nvSpPr>
          <p:cNvPr id="14" name="">
            <a:extLst xmlns:a="http://schemas.openxmlformats.org/drawingml/2006/main">
              <a:ext uri="{FF2B5EF4-FFF2-40B4-BE49-F238E27FC236}">
                <a16:creationId xmlns:a16="http://schemas.microsoft.com/office/drawing/2014/main" id="{C0A2D88C-12FA-4C66-97D8-FBA4A48D5354}"/>
              </a:ext>
            </a:extLst>
          </p:cNvPr>
          <p:cNvSpPr>
            <a:spLocks xmlns:a="http://schemas.openxmlformats.org/drawingml/2006/main"/>
          </p:cNvSpPr>
          <p:nvPr/>
        </p:nvSpPr>
        <p:spPr>
          <a:xfrm xmlns:a="http://schemas.openxmlformats.org/drawingml/2006/main">
            <a:off x="514350" y="25908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1">
                <a:solidFill>
                  <a:srgbClr val="132D46"/>
                </a:solidFill>
                <a:latin typeface="Noto Sans CJK KR"/>
                <a:ea typeface="Noto Sans CJK KR"/>
                <a:cs typeface="Noto Sans CJK KR"/>
              </a:defRPr>
            </a:defPPr>
            <a:lvl1pPr algn="l">
              <a:defRPr sz="1575" b="1">
                <a:solidFill>
                  <a:srgbClr val="132D46"/>
                </a:solidFill>
                <a:latin typeface="Noto Sans CJK KR"/>
                <a:ea typeface="Noto Sans CJK KR"/>
                <a:cs typeface="Noto Sans CJK KR"/>
              </a:defRPr>
            </a:lvl1pPr>
            <a:lvl2pPr algn="l">
              <a:defRPr sz="1575" b="1">
                <a:solidFill>
                  <a:srgbClr val="132D46"/>
                </a:solidFill>
                <a:latin typeface="Noto Sans CJK KR"/>
                <a:ea typeface="Noto Sans CJK KR"/>
                <a:cs typeface="Noto Sans CJK KR"/>
              </a:defRPr>
            </a:lvl2pPr>
            <a:lvl3pPr algn="l">
              <a:defRPr sz="1575" b="1">
                <a:solidFill>
                  <a:srgbClr val="132D46"/>
                </a:solidFill>
                <a:latin typeface="Noto Sans CJK KR"/>
                <a:ea typeface="Noto Sans CJK KR"/>
                <a:cs typeface="Noto Sans CJK KR"/>
              </a:defRPr>
            </a:lvl3pPr>
            <a:lvl4pPr algn="l">
              <a:defRPr sz="1575" b="1">
                <a:solidFill>
                  <a:srgbClr val="132D46"/>
                </a:solidFill>
                <a:latin typeface="Noto Sans CJK KR"/>
                <a:ea typeface="Noto Sans CJK KR"/>
                <a:cs typeface="Noto Sans CJK KR"/>
              </a:defRPr>
            </a:lvl4pPr>
            <a:lvl5pPr algn="l">
              <a:defRPr sz="1575" b="1">
                <a:solidFill>
                  <a:srgbClr val="132D46"/>
                </a:solidFill>
                <a:latin typeface="Noto Sans CJK KR"/>
                <a:ea typeface="Noto Sans CJK KR"/>
                <a:cs typeface="Noto Sans CJK KR"/>
              </a:defRPr>
            </a:lvl5pPr>
            <a:lvl6pPr algn="l">
              <a:defRPr sz="1575" b="1">
                <a:solidFill>
                  <a:srgbClr val="132D46"/>
                </a:solidFill>
                <a:latin typeface="Noto Sans CJK KR"/>
                <a:ea typeface="Noto Sans CJK KR"/>
                <a:cs typeface="Noto Sans CJK KR"/>
              </a:defRPr>
            </a:lvl6pPr>
            <a:lvl7pPr algn="l">
              <a:defRPr sz="1575" b="1">
                <a:solidFill>
                  <a:srgbClr val="132D46"/>
                </a:solidFill>
                <a:latin typeface="Noto Sans CJK KR"/>
                <a:ea typeface="Noto Sans CJK KR"/>
                <a:cs typeface="Noto Sans CJK KR"/>
              </a:defRPr>
            </a:lvl7pPr>
            <a:lvl8pPr algn="l">
              <a:defRPr sz="1575" b="1">
                <a:solidFill>
                  <a:srgbClr val="132D46"/>
                </a:solidFill>
                <a:latin typeface="Noto Sans CJK KR"/>
                <a:ea typeface="Noto Sans CJK KR"/>
                <a:cs typeface="Noto Sans CJK KR"/>
              </a:defRPr>
            </a:lvl8pPr>
            <a:lvl9pPr algn="l">
              <a:defRPr sz="1575" b="1">
                <a:solidFill>
                  <a:srgbClr val="132D46"/>
                </a:solidFill>
                <a:latin typeface="Noto Sans CJK KR"/>
                <a:ea typeface="Noto Sans CJK KR"/>
                <a:cs typeface="Noto Sans CJK KR"/>
              </a:defRPr>
            </a:lvl9pPr>
          </a:lstStyle>
          <a:p xmlns:a="http://schemas.openxmlformats.org/drawingml/2006/main">
            <a:pPr algn="l">
              <a:defRPr sz="1575" b="1">
                <a:solidFill>
                  <a:srgbClr val="132D46"/>
                </a:solidFill>
                <a:latin typeface="Noto Sans CJK KR"/>
                <a:ea typeface="Noto Sans CJK KR"/>
                <a:cs typeface="Noto Sans CJK KR"/>
              </a:defRPr>
            </a:pPr>
            <a:r>
              <a:rPr sz="1575" b="1">
                <a:solidFill>
                  <a:srgbClr val="132D46"/>
                </a:solidFill>
                <a:latin typeface="Noto Sans CJK KR"/>
                <a:ea typeface="Noto Sans CJK KR"/>
                <a:cs typeface="Noto Sans CJK KR"/>
              </a:rPr>
              <a:t>업무 데이터</a:t>
            </a:r>
          </a:p>
        </p:txBody>
      </p:sp>
      <p:sp>
        <p:nvSpPr>
          <p:cNvPr id="15" name="">
            <a:extLst xmlns:a="http://schemas.openxmlformats.org/drawingml/2006/main">
              <a:ext uri="{FF2B5EF4-FFF2-40B4-BE49-F238E27FC236}">
                <a16:creationId xmlns:a16="http://schemas.microsoft.com/office/drawing/2014/main" id="{58E9E4FF-E370-4BBD-8C5D-61ACF6BBD54F}"/>
              </a:ext>
            </a:extLst>
          </p:cNvPr>
          <p:cNvSpPr>
            <a:spLocks xmlns:a="http://schemas.openxmlformats.org/drawingml/2006/main"/>
          </p:cNvSpPr>
          <p:nvPr/>
        </p:nvSpPr>
        <p:spPr>
          <a:xfrm xmlns:a="http://schemas.openxmlformats.org/drawingml/2006/main">
            <a:off x="3371850" y="25908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1">
                <a:solidFill>
                  <a:srgbClr val="132D46"/>
                </a:solidFill>
                <a:latin typeface="Noto Sans CJK KR"/>
                <a:ea typeface="Noto Sans CJK KR"/>
                <a:cs typeface="Noto Sans CJK KR"/>
              </a:defRPr>
            </a:defPPr>
            <a:lvl1pPr algn="l">
              <a:defRPr sz="1575" b="1">
                <a:solidFill>
                  <a:srgbClr val="132D46"/>
                </a:solidFill>
                <a:latin typeface="Noto Sans CJK KR"/>
                <a:ea typeface="Noto Sans CJK KR"/>
                <a:cs typeface="Noto Sans CJK KR"/>
              </a:defRPr>
            </a:lvl1pPr>
            <a:lvl2pPr algn="l">
              <a:defRPr sz="1575" b="1">
                <a:solidFill>
                  <a:srgbClr val="132D46"/>
                </a:solidFill>
                <a:latin typeface="Noto Sans CJK KR"/>
                <a:ea typeface="Noto Sans CJK KR"/>
                <a:cs typeface="Noto Sans CJK KR"/>
              </a:defRPr>
            </a:lvl2pPr>
            <a:lvl3pPr algn="l">
              <a:defRPr sz="1575" b="1">
                <a:solidFill>
                  <a:srgbClr val="132D46"/>
                </a:solidFill>
                <a:latin typeface="Noto Sans CJK KR"/>
                <a:ea typeface="Noto Sans CJK KR"/>
                <a:cs typeface="Noto Sans CJK KR"/>
              </a:defRPr>
            </a:lvl3pPr>
            <a:lvl4pPr algn="l">
              <a:defRPr sz="1575" b="1">
                <a:solidFill>
                  <a:srgbClr val="132D46"/>
                </a:solidFill>
                <a:latin typeface="Noto Sans CJK KR"/>
                <a:ea typeface="Noto Sans CJK KR"/>
                <a:cs typeface="Noto Sans CJK KR"/>
              </a:defRPr>
            </a:lvl4pPr>
            <a:lvl5pPr algn="l">
              <a:defRPr sz="1575" b="1">
                <a:solidFill>
                  <a:srgbClr val="132D46"/>
                </a:solidFill>
                <a:latin typeface="Noto Sans CJK KR"/>
                <a:ea typeface="Noto Sans CJK KR"/>
                <a:cs typeface="Noto Sans CJK KR"/>
              </a:defRPr>
            </a:lvl5pPr>
            <a:lvl6pPr algn="l">
              <a:defRPr sz="1575" b="1">
                <a:solidFill>
                  <a:srgbClr val="132D46"/>
                </a:solidFill>
                <a:latin typeface="Noto Sans CJK KR"/>
                <a:ea typeface="Noto Sans CJK KR"/>
                <a:cs typeface="Noto Sans CJK KR"/>
              </a:defRPr>
            </a:lvl6pPr>
            <a:lvl7pPr algn="l">
              <a:defRPr sz="1575" b="1">
                <a:solidFill>
                  <a:srgbClr val="132D46"/>
                </a:solidFill>
                <a:latin typeface="Noto Sans CJK KR"/>
                <a:ea typeface="Noto Sans CJK KR"/>
                <a:cs typeface="Noto Sans CJK KR"/>
              </a:defRPr>
            </a:lvl7pPr>
            <a:lvl8pPr algn="l">
              <a:defRPr sz="1575" b="1">
                <a:solidFill>
                  <a:srgbClr val="132D46"/>
                </a:solidFill>
                <a:latin typeface="Noto Sans CJK KR"/>
                <a:ea typeface="Noto Sans CJK KR"/>
                <a:cs typeface="Noto Sans CJK KR"/>
              </a:defRPr>
            </a:lvl8pPr>
            <a:lvl9pPr algn="l">
              <a:defRPr sz="1575" b="1">
                <a:solidFill>
                  <a:srgbClr val="132D46"/>
                </a:solidFill>
                <a:latin typeface="Noto Sans CJK KR"/>
                <a:ea typeface="Noto Sans CJK KR"/>
                <a:cs typeface="Noto Sans CJK KR"/>
              </a:defRPr>
            </a:lvl9pPr>
          </a:lstStyle>
          <a:p xmlns:a="http://schemas.openxmlformats.org/drawingml/2006/main">
            <a:pPr algn="l">
              <a:defRPr sz="1575" b="1">
                <a:solidFill>
                  <a:srgbClr val="132D46"/>
                </a:solidFill>
                <a:latin typeface="Noto Sans CJK KR"/>
                <a:ea typeface="Noto Sans CJK KR"/>
                <a:cs typeface="Noto Sans CJK KR"/>
              </a:defRPr>
            </a:pPr>
            <a:r>
              <a:rPr sz="1575" b="1">
                <a:solidFill>
                  <a:srgbClr val="132D46"/>
                </a:solidFill>
                <a:latin typeface="Noto Sans CJK KR"/>
                <a:ea typeface="Noto Sans CJK KR"/>
                <a:cs typeface="Noto Sans CJK KR"/>
              </a:rPr>
              <a:t>검색·답변 처리</a:t>
            </a:r>
          </a:p>
        </p:txBody>
      </p:sp>
      <p:sp>
        <p:nvSpPr>
          <p:cNvPr id="16" name="">
            <a:extLst xmlns:a="http://schemas.openxmlformats.org/drawingml/2006/main">
              <a:ext uri="{FF2B5EF4-FFF2-40B4-BE49-F238E27FC236}">
                <a16:creationId xmlns:a16="http://schemas.microsoft.com/office/drawing/2014/main" id="{B34FEF4F-23E3-4A94-AB43-3D3954F792C1}"/>
              </a:ext>
            </a:extLst>
          </p:cNvPr>
          <p:cNvSpPr>
            <a:spLocks xmlns:a="http://schemas.openxmlformats.org/drawingml/2006/main"/>
          </p:cNvSpPr>
          <p:nvPr/>
        </p:nvSpPr>
        <p:spPr>
          <a:xfrm xmlns:a="http://schemas.openxmlformats.org/drawingml/2006/main">
            <a:off x="514350" y="3048000"/>
            <a:ext cx="2400300" cy="1000125"/>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11430">
            <a:solidFill>
              <a:srgbClr val="D6E1E7"/>
            </a:solidFill>
          </a:ln>
        </p:spPr>
      </p:sp>
      <p:pic>
        <p:nvPicPr>
          <p:cNvPr id="17" name="">
            <a:extLst xmlns:a="http://schemas.openxmlformats.org/drawingml/2006/main">
              <a:ext uri="{FF2B5EF4-FFF2-40B4-BE49-F238E27FC236}">
                <a16:creationId xmlns:a16="http://schemas.microsoft.com/office/drawing/2014/main" id="{628225FF-E077-4DAB-BBD1-7B31A0D9F6D9}"/>
              </a:ext>
            </a:extLst>
          </p:cNvPr>
          <p:cNvPicPr>
            <a:picLocks xmlns:a="http://schemas.openxmlformats.org/drawingml/2006/main" noChangeAspect="1"/>
          </p:cNvPicPr>
          <p:nvPr/>
        </p:nvPicPr>
        <p:blipFill>
          <a:blip xmlns:r="http://schemas.openxmlformats.org/officeDocument/2006/relationships" xmlns:a="http://schemas.openxmlformats.org/drawingml/2006/main" r:embed="Ra4fe72f8fddf4627"/>
          <a:srcRect xmlns:a="http://schemas.openxmlformats.org/drawingml/2006/main" l="2632" t="31456" r="85347" b="48353"/>
          <a:stretch xmlns:a="http://schemas.openxmlformats.org/drawingml/2006/main"/>
        </p:blipFill>
        <p:spPr>
          <a:xfrm xmlns:a="http://schemas.openxmlformats.org/drawingml/2006/main">
            <a:off x="609600" y="3143250"/>
            <a:ext cx="809625" cy="77152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EA779792-1181-4939-B188-CBBA50203C22}"/>
              </a:ext>
            </a:extLst>
          </p:cNvPr>
          <p:cNvSpPr>
            <a:spLocks xmlns:a="http://schemas.openxmlformats.org/drawingml/2006/main"/>
          </p:cNvSpPr>
          <p:nvPr/>
        </p:nvSpPr>
        <p:spPr>
          <a:xfrm xmlns:a="http://schemas.openxmlformats.org/drawingml/2006/main">
            <a:off x="1514475" y="3209925"/>
            <a:ext cx="13239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1">
                <a:solidFill>
                  <a:srgbClr val="132D46"/>
                </a:solidFill>
                <a:latin typeface="Noto Sans CJK KR"/>
                <a:ea typeface="Noto Sans CJK KR"/>
                <a:cs typeface="Noto Sans CJK KR"/>
              </a:defRPr>
            </a:defPPr>
            <a:lvl1pPr algn="l">
              <a:defRPr sz="1575" b="1">
                <a:solidFill>
                  <a:srgbClr val="132D46"/>
                </a:solidFill>
                <a:latin typeface="Noto Sans CJK KR"/>
                <a:ea typeface="Noto Sans CJK KR"/>
                <a:cs typeface="Noto Sans CJK KR"/>
              </a:defRPr>
            </a:lvl1pPr>
            <a:lvl2pPr algn="l">
              <a:defRPr sz="1575" b="1">
                <a:solidFill>
                  <a:srgbClr val="132D46"/>
                </a:solidFill>
                <a:latin typeface="Noto Sans CJK KR"/>
                <a:ea typeface="Noto Sans CJK KR"/>
                <a:cs typeface="Noto Sans CJK KR"/>
              </a:defRPr>
            </a:lvl2pPr>
            <a:lvl3pPr algn="l">
              <a:defRPr sz="1575" b="1">
                <a:solidFill>
                  <a:srgbClr val="132D46"/>
                </a:solidFill>
                <a:latin typeface="Noto Sans CJK KR"/>
                <a:ea typeface="Noto Sans CJK KR"/>
                <a:cs typeface="Noto Sans CJK KR"/>
              </a:defRPr>
            </a:lvl3pPr>
            <a:lvl4pPr algn="l">
              <a:defRPr sz="1575" b="1">
                <a:solidFill>
                  <a:srgbClr val="132D46"/>
                </a:solidFill>
                <a:latin typeface="Noto Sans CJK KR"/>
                <a:ea typeface="Noto Sans CJK KR"/>
                <a:cs typeface="Noto Sans CJK KR"/>
              </a:defRPr>
            </a:lvl4pPr>
            <a:lvl5pPr algn="l">
              <a:defRPr sz="1575" b="1">
                <a:solidFill>
                  <a:srgbClr val="132D46"/>
                </a:solidFill>
                <a:latin typeface="Noto Sans CJK KR"/>
                <a:ea typeface="Noto Sans CJK KR"/>
                <a:cs typeface="Noto Sans CJK KR"/>
              </a:defRPr>
            </a:lvl5pPr>
            <a:lvl6pPr algn="l">
              <a:defRPr sz="1575" b="1">
                <a:solidFill>
                  <a:srgbClr val="132D46"/>
                </a:solidFill>
                <a:latin typeface="Noto Sans CJK KR"/>
                <a:ea typeface="Noto Sans CJK KR"/>
                <a:cs typeface="Noto Sans CJK KR"/>
              </a:defRPr>
            </a:lvl6pPr>
            <a:lvl7pPr algn="l">
              <a:defRPr sz="1575" b="1">
                <a:solidFill>
                  <a:srgbClr val="132D46"/>
                </a:solidFill>
                <a:latin typeface="Noto Sans CJK KR"/>
                <a:ea typeface="Noto Sans CJK KR"/>
                <a:cs typeface="Noto Sans CJK KR"/>
              </a:defRPr>
            </a:lvl7pPr>
            <a:lvl8pPr algn="l">
              <a:defRPr sz="1575" b="1">
                <a:solidFill>
                  <a:srgbClr val="132D46"/>
                </a:solidFill>
                <a:latin typeface="Noto Sans CJK KR"/>
                <a:ea typeface="Noto Sans CJK KR"/>
                <a:cs typeface="Noto Sans CJK KR"/>
              </a:defRPr>
            </a:lvl8pPr>
            <a:lvl9pPr algn="l">
              <a:defRPr sz="1575" b="1">
                <a:solidFill>
                  <a:srgbClr val="132D46"/>
                </a:solidFill>
                <a:latin typeface="Noto Sans CJK KR"/>
                <a:ea typeface="Noto Sans CJK KR"/>
                <a:cs typeface="Noto Sans CJK KR"/>
              </a:defRPr>
            </a:lvl9pPr>
          </a:lstStyle>
          <a:p xmlns:a="http://schemas.openxmlformats.org/drawingml/2006/main">
            <a:pPr algn="l">
              <a:defRPr sz="1575" b="1">
                <a:solidFill>
                  <a:srgbClr val="132D46"/>
                </a:solidFill>
                <a:latin typeface="Noto Sans CJK KR"/>
                <a:ea typeface="Noto Sans CJK KR"/>
                <a:cs typeface="Noto Sans CJK KR"/>
              </a:defRPr>
            </a:pPr>
            <a:r>
              <a:rPr sz="1575" b="1">
                <a:solidFill>
                  <a:srgbClr val="132D46"/>
                </a:solidFill>
                <a:latin typeface="Noto Sans CJK KR"/>
                <a:ea typeface="Noto Sans CJK KR"/>
                <a:cs typeface="Noto Sans CJK KR"/>
              </a:rPr>
              <a:t>EWS 메일</a:t>
            </a:r>
          </a:p>
        </p:txBody>
      </p:sp>
      <p:sp>
        <p:nvSpPr>
          <p:cNvPr id="19" name="">
            <a:extLst xmlns:a="http://schemas.openxmlformats.org/drawingml/2006/main">
              <a:ext uri="{FF2B5EF4-FFF2-40B4-BE49-F238E27FC236}">
                <a16:creationId xmlns:a16="http://schemas.microsoft.com/office/drawing/2014/main" id="{A5F2982C-D3F0-4B1F-822F-A6F8B8585577}"/>
              </a:ext>
            </a:extLst>
          </p:cNvPr>
          <p:cNvSpPr>
            <a:spLocks xmlns:a="http://schemas.openxmlformats.org/drawingml/2006/main"/>
          </p:cNvSpPr>
          <p:nvPr/>
        </p:nvSpPr>
        <p:spPr>
          <a:xfrm xmlns:a="http://schemas.openxmlformats.org/drawingml/2006/main">
            <a:off x="1514475" y="3562350"/>
            <a:ext cx="1323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0">
                <a:solidFill>
                  <a:srgbClr val="566879"/>
                </a:solidFill>
                <a:latin typeface="Noto Sans CJK KR"/>
                <a:ea typeface="Noto Sans CJK KR"/>
                <a:cs typeface="Noto Sans CJK KR"/>
              </a:defRPr>
            </a:defPPr>
            <a:lvl1pPr algn="l">
              <a:defRPr sz="1200" b="0">
                <a:solidFill>
                  <a:srgbClr val="566879"/>
                </a:solidFill>
                <a:latin typeface="Noto Sans CJK KR"/>
                <a:ea typeface="Noto Sans CJK KR"/>
                <a:cs typeface="Noto Sans CJK KR"/>
              </a:defRPr>
            </a:lvl1pPr>
            <a:lvl2pPr algn="l">
              <a:defRPr sz="1200" b="0">
                <a:solidFill>
                  <a:srgbClr val="566879"/>
                </a:solidFill>
                <a:latin typeface="Noto Sans CJK KR"/>
                <a:ea typeface="Noto Sans CJK KR"/>
                <a:cs typeface="Noto Sans CJK KR"/>
              </a:defRPr>
            </a:lvl2pPr>
            <a:lvl3pPr algn="l">
              <a:defRPr sz="1200" b="0">
                <a:solidFill>
                  <a:srgbClr val="566879"/>
                </a:solidFill>
                <a:latin typeface="Noto Sans CJK KR"/>
                <a:ea typeface="Noto Sans CJK KR"/>
                <a:cs typeface="Noto Sans CJK KR"/>
              </a:defRPr>
            </a:lvl3pPr>
            <a:lvl4pPr algn="l">
              <a:defRPr sz="1200" b="0">
                <a:solidFill>
                  <a:srgbClr val="566879"/>
                </a:solidFill>
                <a:latin typeface="Noto Sans CJK KR"/>
                <a:ea typeface="Noto Sans CJK KR"/>
                <a:cs typeface="Noto Sans CJK KR"/>
              </a:defRPr>
            </a:lvl4pPr>
            <a:lvl5pPr algn="l">
              <a:defRPr sz="1200" b="0">
                <a:solidFill>
                  <a:srgbClr val="566879"/>
                </a:solidFill>
                <a:latin typeface="Noto Sans CJK KR"/>
                <a:ea typeface="Noto Sans CJK KR"/>
                <a:cs typeface="Noto Sans CJK KR"/>
              </a:defRPr>
            </a:lvl5pPr>
            <a:lvl6pPr algn="l">
              <a:defRPr sz="1200" b="0">
                <a:solidFill>
                  <a:srgbClr val="566879"/>
                </a:solidFill>
                <a:latin typeface="Noto Sans CJK KR"/>
                <a:ea typeface="Noto Sans CJK KR"/>
                <a:cs typeface="Noto Sans CJK KR"/>
              </a:defRPr>
            </a:lvl6pPr>
            <a:lvl7pPr algn="l">
              <a:defRPr sz="1200" b="0">
                <a:solidFill>
                  <a:srgbClr val="566879"/>
                </a:solidFill>
                <a:latin typeface="Noto Sans CJK KR"/>
                <a:ea typeface="Noto Sans CJK KR"/>
                <a:cs typeface="Noto Sans CJK KR"/>
              </a:defRPr>
            </a:lvl7pPr>
            <a:lvl8pPr algn="l">
              <a:defRPr sz="1200" b="0">
                <a:solidFill>
                  <a:srgbClr val="566879"/>
                </a:solidFill>
                <a:latin typeface="Noto Sans CJK KR"/>
                <a:ea typeface="Noto Sans CJK KR"/>
                <a:cs typeface="Noto Sans CJK KR"/>
              </a:defRPr>
            </a:lvl8pPr>
            <a:lvl9pPr algn="l">
              <a:defRPr sz="1200" b="0">
                <a:solidFill>
                  <a:srgbClr val="566879"/>
                </a:solidFill>
                <a:latin typeface="Noto Sans CJK KR"/>
                <a:ea typeface="Noto Sans CJK KR"/>
                <a:cs typeface="Noto Sans CJK KR"/>
              </a:defRPr>
            </a:lvl9pPr>
          </a:lstStyle>
          <a:p xmlns:a="http://schemas.openxmlformats.org/drawingml/2006/main">
            <a:pPr algn="l">
              <a:defRPr sz="1200" b="0">
                <a:solidFill>
                  <a:srgbClr val="566879"/>
                </a:solidFill>
                <a:latin typeface="Noto Sans CJK KR"/>
                <a:ea typeface="Noto Sans CJK KR"/>
                <a:cs typeface="Noto Sans CJK KR"/>
              </a:defRPr>
            </a:pPr>
            <a:r>
              <a:rPr sz="1200" b="0">
                <a:solidFill>
                  <a:srgbClr val="566879"/>
                </a:solidFill>
                <a:latin typeface="Noto Sans CJK KR"/>
                <a:ea typeface="Noto Sans CJK KR"/>
                <a:cs typeface="Noto Sans CJK KR"/>
              </a:rPr>
              <a:t>본문·발신자</a:t>
            </a:r>
          </a:p>
          <a:p xmlns:a="http://schemas.openxmlformats.org/drawingml/2006/main">
            <a:pPr algn="l">
              <a:defRPr sz="1200" b="0">
                <a:solidFill>
                  <a:srgbClr val="566879"/>
                </a:solidFill>
                <a:latin typeface="Noto Sans CJK KR"/>
                <a:ea typeface="Noto Sans CJK KR"/>
                <a:cs typeface="Noto Sans CJK KR"/>
              </a:defRPr>
            </a:pPr>
            <a:r>
              <a:rPr sz="1200" b="0">
                <a:solidFill>
                  <a:srgbClr val="566879"/>
                </a:solidFill>
                <a:latin typeface="Noto Sans CJK KR"/>
                <a:ea typeface="Noto Sans CJK KR"/>
                <a:cs typeface="Noto Sans CJK KR"/>
              </a:rPr>
              <a:t>수신일</a:t>
            </a:r>
          </a:p>
        </p:txBody>
      </p:sp>
      <p:sp>
        <p:nvSpPr>
          <p:cNvPr id="20" name="">
            <a:extLst xmlns:a="http://schemas.openxmlformats.org/drawingml/2006/main">
              <a:ext uri="{FF2B5EF4-FFF2-40B4-BE49-F238E27FC236}">
                <a16:creationId xmlns:a16="http://schemas.microsoft.com/office/drawing/2014/main" id="{9F6556FF-01DC-42C0-B744-D9BC647BC308}"/>
              </a:ext>
            </a:extLst>
          </p:cNvPr>
          <p:cNvSpPr>
            <a:spLocks xmlns:a="http://schemas.openxmlformats.org/drawingml/2006/main"/>
          </p:cNvSpPr>
          <p:nvPr/>
        </p:nvSpPr>
        <p:spPr>
          <a:xfrm xmlns:a="http://schemas.openxmlformats.org/drawingml/2006/main">
            <a:off x="514350" y="4210050"/>
            <a:ext cx="2400300" cy="1000125"/>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11430">
            <a:solidFill>
              <a:srgbClr val="D6E1E7"/>
            </a:solidFill>
          </a:ln>
        </p:spPr>
      </p:sp>
      <p:pic>
        <p:nvPicPr>
          <p:cNvPr id="21" name="">
            <a:extLst xmlns:a="http://schemas.openxmlformats.org/drawingml/2006/main">
              <a:ext uri="{FF2B5EF4-FFF2-40B4-BE49-F238E27FC236}">
                <a16:creationId xmlns:a16="http://schemas.microsoft.com/office/drawing/2014/main" id="{41D80A1A-9F79-4819-BC80-EBC9F0FFE97F}"/>
              </a:ext>
            </a:extLst>
          </p:cNvPr>
          <p:cNvPicPr>
            <a:picLocks xmlns:a="http://schemas.openxmlformats.org/drawingml/2006/main" noChangeAspect="1"/>
          </p:cNvPicPr>
          <p:nvPr/>
        </p:nvPicPr>
        <p:blipFill>
          <a:blip xmlns:r="http://schemas.openxmlformats.org/officeDocument/2006/relationships" xmlns:a="http://schemas.openxmlformats.org/drawingml/2006/main" r:embed="Re2c8a28ef8874a98"/>
          <a:srcRect xmlns:a="http://schemas.openxmlformats.org/drawingml/2006/main" l="2632" t="55898" r="85347" b="23698"/>
          <a:stretch xmlns:a="http://schemas.openxmlformats.org/drawingml/2006/main"/>
        </p:blipFill>
        <p:spPr>
          <a:xfrm xmlns:a="http://schemas.openxmlformats.org/drawingml/2006/main">
            <a:off x="609600" y="4305300"/>
            <a:ext cx="809625" cy="771525"/>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D26ACF2E-349D-43D9-B160-9FB598D3CA57}"/>
              </a:ext>
            </a:extLst>
          </p:cNvPr>
          <p:cNvSpPr>
            <a:spLocks xmlns:a="http://schemas.openxmlformats.org/drawingml/2006/main"/>
          </p:cNvSpPr>
          <p:nvPr/>
        </p:nvSpPr>
        <p:spPr>
          <a:xfrm xmlns:a="http://schemas.openxmlformats.org/drawingml/2006/main">
            <a:off x="1514475" y="4352925"/>
            <a:ext cx="13239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1">
                <a:solidFill>
                  <a:srgbClr val="1C7B79"/>
                </a:solidFill>
                <a:latin typeface="Noto Sans CJK KR"/>
                <a:ea typeface="Noto Sans CJK KR"/>
                <a:cs typeface="Noto Sans CJK KR"/>
              </a:defRPr>
            </a:defPPr>
            <a:lvl1pPr algn="l">
              <a:defRPr sz="1425" b="1">
                <a:solidFill>
                  <a:srgbClr val="1C7B79"/>
                </a:solidFill>
                <a:latin typeface="Noto Sans CJK KR"/>
                <a:ea typeface="Noto Sans CJK KR"/>
                <a:cs typeface="Noto Sans CJK KR"/>
              </a:defRPr>
            </a:lvl1pPr>
            <a:lvl2pPr algn="l">
              <a:defRPr sz="1425" b="1">
                <a:solidFill>
                  <a:srgbClr val="1C7B79"/>
                </a:solidFill>
                <a:latin typeface="Noto Sans CJK KR"/>
                <a:ea typeface="Noto Sans CJK KR"/>
                <a:cs typeface="Noto Sans CJK KR"/>
              </a:defRPr>
            </a:lvl2pPr>
            <a:lvl3pPr algn="l">
              <a:defRPr sz="1425" b="1">
                <a:solidFill>
                  <a:srgbClr val="1C7B79"/>
                </a:solidFill>
                <a:latin typeface="Noto Sans CJK KR"/>
                <a:ea typeface="Noto Sans CJK KR"/>
                <a:cs typeface="Noto Sans CJK KR"/>
              </a:defRPr>
            </a:lvl3pPr>
            <a:lvl4pPr algn="l">
              <a:defRPr sz="1425" b="1">
                <a:solidFill>
                  <a:srgbClr val="1C7B79"/>
                </a:solidFill>
                <a:latin typeface="Noto Sans CJK KR"/>
                <a:ea typeface="Noto Sans CJK KR"/>
                <a:cs typeface="Noto Sans CJK KR"/>
              </a:defRPr>
            </a:lvl4pPr>
            <a:lvl5pPr algn="l">
              <a:defRPr sz="1425" b="1">
                <a:solidFill>
                  <a:srgbClr val="1C7B79"/>
                </a:solidFill>
                <a:latin typeface="Noto Sans CJK KR"/>
                <a:ea typeface="Noto Sans CJK KR"/>
                <a:cs typeface="Noto Sans CJK KR"/>
              </a:defRPr>
            </a:lvl5pPr>
            <a:lvl6pPr algn="l">
              <a:defRPr sz="1425" b="1">
                <a:solidFill>
                  <a:srgbClr val="1C7B79"/>
                </a:solidFill>
                <a:latin typeface="Noto Sans CJK KR"/>
                <a:ea typeface="Noto Sans CJK KR"/>
                <a:cs typeface="Noto Sans CJK KR"/>
              </a:defRPr>
            </a:lvl6pPr>
            <a:lvl7pPr algn="l">
              <a:defRPr sz="1425" b="1">
                <a:solidFill>
                  <a:srgbClr val="1C7B79"/>
                </a:solidFill>
                <a:latin typeface="Noto Sans CJK KR"/>
                <a:ea typeface="Noto Sans CJK KR"/>
                <a:cs typeface="Noto Sans CJK KR"/>
              </a:defRPr>
            </a:lvl7pPr>
            <a:lvl8pPr algn="l">
              <a:defRPr sz="1425" b="1">
                <a:solidFill>
                  <a:srgbClr val="1C7B79"/>
                </a:solidFill>
                <a:latin typeface="Noto Sans CJK KR"/>
                <a:ea typeface="Noto Sans CJK KR"/>
                <a:cs typeface="Noto Sans CJK KR"/>
              </a:defRPr>
            </a:lvl8pPr>
            <a:lvl9pPr algn="l">
              <a:defRPr sz="1425" b="1">
                <a:solidFill>
                  <a:srgbClr val="1C7B79"/>
                </a:solidFill>
                <a:latin typeface="Noto Sans CJK KR"/>
                <a:ea typeface="Noto Sans CJK KR"/>
                <a:cs typeface="Noto Sans CJK KR"/>
              </a:defRPr>
            </a:lvl9pPr>
          </a:lstStyle>
          <a:p xmlns:a="http://schemas.openxmlformats.org/drawingml/2006/main">
            <a:pPr algn="l">
              <a:defRPr sz="1425" b="1">
                <a:solidFill>
                  <a:srgbClr val="1C7B79"/>
                </a:solidFill>
                <a:latin typeface="Noto Sans CJK KR"/>
                <a:ea typeface="Noto Sans CJK KR"/>
                <a:cs typeface="Noto Sans CJK KR"/>
              </a:defRPr>
            </a:pPr>
            <a:r>
              <a:rPr sz="1425" b="1">
                <a:solidFill>
                  <a:srgbClr val="1C7B79"/>
                </a:solidFill>
                <a:latin typeface="Noto Sans CJK KR"/>
                <a:ea typeface="Noto Sans CJK KR"/>
                <a:cs typeface="Noto Sans CJK KR"/>
              </a:rPr>
              <a:t>Outlook 일정</a:t>
            </a:r>
          </a:p>
        </p:txBody>
      </p:sp>
      <p:sp>
        <p:nvSpPr>
          <p:cNvPr id="23" name="">
            <a:extLst xmlns:a="http://schemas.openxmlformats.org/drawingml/2006/main">
              <a:ext uri="{FF2B5EF4-FFF2-40B4-BE49-F238E27FC236}">
                <a16:creationId xmlns:a16="http://schemas.microsoft.com/office/drawing/2014/main" id="{3793F0D9-5805-4FA1-95E3-DB4914697949}"/>
              </a:ext>
            </a:extLst>
          </p:cNvPr>
          <p:cNvSpPr>
            <a:spLocks xmlns:a="http://schemas.openxmlformats.org/drawingml/2006/main"/>
          </p:cNvSpPr>
          <p:nvPr/>
        </p:nvSpPr>
        <p:spPr>
          <a:xfrm xmlns:a="http://schemas.openxmlformats.org/drawingml/2006/main">
            <a:off x="1514475" y="4705350"/>
            <a:ext cx="1323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0">
                <a:solidFill>
                  <a:srgbClr val="566879"/>
                </a:solidFill>
                <a:latin typeface="Noto Sans CJK KR"/>
                <a:ea typeface="Noto Sans CJK KR"/>
                <a:cs typeface="Noto Sans CJK KR"/>
              </a:defRPr>
            </a:defPPr>
            <a:lvl1pPr algn="l">
              <a:defRPr sz="1200" b="0">
                <a:solidFill>
                  <a:srgbClr val="566879"/>
                </a:solidFill>
                <a:latin typeface="Noto Sans CJK KR"/>
                <a:ea typeface="Noto Sans CJK KR"/>
                <a:cs typeface="Noto Sans CJK KR"/>
              </a:defRPr>
            </a:lvl1pPr>
            <a:lvl2pPr algn="l">
              <a:defRPr sz="1200" b="0">
                <a:solidFill>
                  <a:srgbClr val="566879"/>
                </a:solidFill>
                <a:latin typeface="Noto Sans CJK KR"/>
                <a:ea typeface="Noto Sans CJK KR"/>
                <a:cs typeface="Noto Sans CJK KR"/>
              </a:defRPr>
            </a:lvl2pPr>
            <a:lvl3pPr algn="l">
              <a:defRPr sz="1200" b="0">
                <a:solidFill>
                  <a:srgbClr val="566879"/>
                </a:solidFill>
                <a:latin typeface="Noto Sans CJK KR"/>
                <a:ea typeface="Noto Sans CJK KR"/>
                <a:cs typeface="Noto Sans CJK KR"/>
              </a:defRPr>
            </a:lvl3pPr>
            <a:lvl4pPr algn="l">
              <a:defRPr sz="1200" b="0">
                <a:solidFill>
                  <a:srgbClr val="566879"/>
                </a:solidFill>
                <a:latin typeface="Noto Sans CJK KR"/>
                <a:ea typeface="Noto Sans CJK KR"/>
                <a:cs typeface="Noto Sans CJK KR"/>
              </a:defRPr>
            </a:lvl4pPr>
            <a:lvl5pPr algn="l">
              <a:defRPr sz="1200" b="0">
                <a:solidFill>
                  <a:srgbClr val="566879"/>
                </a:solidFill>
                <a:latin typeface="Noto Sans CJK KR"/>
                <a:ea typeface="Noto Sans CJK KR"/>
                <a:cs typeface="Noto Sans CJK KR"/>
              </a:defRPr>
            </a:lvl5pPr>
            <a:lvl6pPr algn="l">
              <a:defRPr sz="1200" b="0">
                <a:solidFill>
                  <a:srgbClr val="566879"/>
                </a:solidFill>
                <a:latin typeface="Noto Sans CJK KR"/>
                <a:ea typeface="Noto Sans CJK KR"/>
                <a:cs typeface="Noto Sans CJK KR"/>
              </a:defRPr>
            </a:lvl6pPr>
            <a:lvl7pPr algn="l">
              <a:defRPr sz="1200" b="0">
                <a:solidFill>
                  <a:srgbClr val="566879"/>
                </a:solidFill>
                <a:latin typeface="Noto Sans CJK KR"/>
                <a:ea typeface="Noto Sans CJK KR"/>
                <a:cs typeface="Noto Sans CJK KR"/>
              </a:defRPr>
            </a:lvl7pPr>
            <a:lvl8pPr algn="l">
              <a:defRPr sz="1200" b="0">
                <a:solidFill>
                  <a:srgbClr val="566879"/>
                </a:solidFill>
                <a:latin typeface="Noto Sans CJK KR"/>
                <a:ea typeface="Noto Sans CJK KR"/>
                <a:cs typeface="Noto Sans CJK KR"/>
              </a:defRPr>
            </a:lvl8pPr>
            <a:lvl9pPr algn="l">
              <a:defRPr sz="1200" b="0">
                <a:solidFill>
                  <a:srgbClr val="566879"/>
                </a:solidFill>
                <a:latin typeface="Noto Sans CJK KR"/>
                <a:ea typeface="Noto Sans CJK KR"/>
                <a:cs typeface="Noto Sans CJK KR"/>
              </a:defRPr>
            </a:lvl9pPr>
          </a:lstStyle>
          <a:p xmlns:a="http://schemas.openxmlformats.org/drawingml/2006/main">
            <a:pPr algn="l">
              <a:defRPr sz="1200" b="0">
                <a:solidFill>
                  <a:srgbClr val="566879"/>
                </a:solidFill>
                <a:latin typeface="Noto Sans CJK KR"/>
                <a:ea typeface="Noto Sans CJK KR"/>
                <a:cs typeface="Noto Sans CJK KR"/>
              </a:defRPr>
            </a:pPr>
            <a:r>
              <a:rPr sz="1200" b="0">
                <a:solidFill>
                  <a:srgbClr val="566879"/>
                </a:solidFill>
                <a:latin typeface="Noto Sans CJK KR"/>
                <a:ea typeface="Noto Sans CJK KR"/>
                <a:cs typeface="Noto Sans CJK KR"/>
              </a:rPr>
              <a:t>회의·참석자</a:t>
            </a:r>
          </a:p>
          <a:p xmlns:a="http://schemas.openxmlformats.org/drawingml/2006/main">
            <a:pPr algn="l">
              <a:defRPr sz="1200" b="0">
                <a:solidFill>
                  <a:srgbClr val="566879"/>
                </a:solidFill>
                <a:latin typeface="Noto Sans CJK KR"/>
                <a:ea typeface="Noto Sans CJK KR"/>
                <a:cs typeface="Noto Sans CJK KR"/>
              </a:defRPr>
            </a:pPr>
            <a:r>
              <a:rPr sz="1200" b="0">
                <a:solidFill>
                  <a:srgbClr val="566879"/>
                </a:solidFill>
                <a:latin typeface="Noto Sans CJK KR"/>
                <a:ea typeface="Noto Sans CJK KR"/>
                <a:cs typeface="Noto Sans CJK KR"/>
              </a:rPr>
              <a:t>시간</a:t>
            </a:r>
          </a:p>
        </p:txBody>
      </p:sp>
      <p:sp>
        <p:nvSpPr>
          <p:cNvPr id="24" name="">
            <a:extLst xmlns:a="http://schemas.openxmlformats.org/drawingml/2006/main">
              <a:ext uri="{FF2B5EF4-FFF2-40B4-BE49-F238E27FC236}">
                <a16:creationId xmlns:a16="http://schemas.microsoft.com/office/drawing/2014/main" id="{E921C22E-7691-47E8-9A33-F8F7138B8E37}"/>
              </a:ext>
            </a:extLst>
          </p:cNvPr>
          <p:cNvSpPr>
            <a:spLocks xmlns:a="http://schemas.openxmlformats.org/drawingml/2006/main"/>
          </p:cNvSpPr>
          <p:nvPr/>
        </p:nvSpPr>
        <p:spPr>
          <a:xfrm xmlns:a="http://schemas.openxmlformats.org/drawingml/2006/main">
            <a:off x="3371850" y="3048000"/>
            <a:ext cx="2400300" cy="2162175"/>
          </a:xfrm>
          <a:prstGeom xmlns:a="http://schemas.openxmlformats.org/drawingml/2006/main" prst="roundRect">
            <a:avLst>
              <a:gd name="adj" fmla="val 2203"/>
            </a:avLst>
          </a:prstGeom>
          <a:solidFill xmlns:a="http://schemas.openxmlformats.org/drawingml/2006/main">
            <a:srgbClr val="FFFFFF"/>
          </a:solidFill>
          <a:ln xmlns:a="http://schemas.openxmlformats.org/drawingml/2006/main" w="11430">
            <a:solidFill>
              <a:srgbClr val="D6E1E7"/>
            </a:solidFill>
          </a:ln>
        </p:spPr>
      </p:sp>
      <p:pic>
        <p:nvPicPr>
          <p:cNvPr id="25" name="">
            <a:extLst xmlns:a="http://schemas.openxmlformats.org/drawingml/2006/main">
              <a:ext uri="{FF2B5EF4-FFF2-40B4-BE49-F238E27FC236}">
                <a16:creationId xmlns:a16="http://schemas.microsoft.com/office/drawing/2014/main" id="{62FE5BF5-448A-4689-9B14-073BCB299C8C}"/>
              </a:ext>
            </a:extLst>
          </p:cNvPr>
          <p:cNvPicPr>
            <a:picLocks xmlns:a="http://schemas.openxmlformats.org/drawingml/2006/main" noChangeAspect="1"/>
          </p:cNvPicPr>
          <p:nvPr/>
        </p:nvPicPr>
        <p:blipFill>
          <a:blip xmlns:r="http://schemas.openxmlformats.org/officeDocument/2006/relationships" xmlns:a="http://schemas.openxmlformats.org/drawingml/2006/main" r:embed="R695ad70e207441ed"/>
          <a:srcRect xmlns:a="http://schemas.openxmlformats.org/drawingml/2006/main" l="33433" t="30181" r="47967" b="41126"/>
          <a:stretch xmlns:a="http://schemas.openxmlformats.org/drawingml/2006/main"/>
        </p:blipFill>
        <p:spPr>
          <a:xfrm xmlns:a="http://schemas.openxmlformats.org/drawingml/2006/main">
            <a:off x="3981450" y="3152775"/>
            <a:ext cx="1181100" cy="97155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C8BD84E1-19CB-4F7C-A990-6C0E69D1E9B8}"/>
              </a:ext>
            </a:extLst>
          </p:cNvPr>
          <p:cNvSpPr>
            <a:spLocks xmlns:a="http://schemas.openxmlformats.org/drawingml/2006/main"/>
          </p:cNvSpPr>
          <p:nvPr/>
        </p:nvSpPr>
        <p:spPr>
          <a:xfrm xmlns:a="http://schemas.openxmlformats.org/drawingml/2006/main">
            <a:off x="3486150" y="4210050"/>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132D46"/>
                </a:solidFill>
                <a:latin typeface="Noto Sans CJK KR"/>
                <a:ea typeface="Noto Sans CJK KR"/>
                <a:cs typeface="Noto Sans CJK KR"/>
              </a:defRPr>
            </a:defPPr>
            <a:lvl1pPr algn="ctr">
              <a:defRPr sz="1650" b="1">
                <a:solidFill>
                  <a:srgbClr val="132D46"/>
                </a:solidFill>
                <a:latin typeface="Noto Sans CJK KR"/>
                <a:ea typeface="Noto Sans CJK KR"/>
                <a:cs typeface="Noto Sans CJK KR"/>
              </a:defRPr>
            </a:lvl1pPr>
            <a:lvl2pPr algn="ctr">
              <a:defRPr sz="1650" b="1">
                <a:solidFill>
                  <a:srgbClr val="132D46"/>
                </a:solidFill>
                <a:latin typeface="Noto Sans CJK KR"/>
                <a:ea typeface="Noto Sans CJK KR"/>
                <a:cs typeface="Noto Sans CJK KR"/>
              </a:defRPr>
            </a:lvl2pPr>
            <a:lvl3pPr algn="ctr">
              <a:defRPr sz="1650" b="1">
                <a:solidFill>
                  <a:srgbClr val="132D46"/>
                </a:solidFill>
                <a:latin typeface="Noto Sans CJK KR"/>
                <a:ea typeface="Noto Sans CJK KR"/>
                <a:cs typeface="Noto Sans CJK KR"/>
              </a:defRPr>
            </a:lvl3pPr>
            <a:lvl4pPr algn="ctr">
              <a:defRPr sz="1650" b="1">
                <a:solidFill>
                  <a:srgbClr val="132D46"/>
                </a:solidFill>
                <a:latin typeface="Noto Sans CJK KR"/>
                <a:ea typeface="Noto Sans CJK KR"/>
                <a:cs typeface="Noto Sans CJK KR"/>
              </a:defRPr>
            </a:lvl4pPr>
            <a:lvl5pPr algn="ctr">
              <a:defRPr sz="1650" b="1">
                <a:solidFill>
                  <a:srgbClr val="132D46"/>
                </a:solidFill>
                <a:latin typeface="Noto Sans CJK KR"/>
                <a:ea typeface="Noto Sans CJK KR"/>
                <a:cs typeface="Noto Sans CJK KR"/>
              </a:defRPr>
            </a:lvl5pPr>
            <a:lvl6pPr algn="ctr">
              <a:defRPr sz="1650" b="1">
                <a:solidFill>
                  <a:srgbClr val="132D46"/>
                </a:solidFill>
                <a:latin typeface="Noto Sans CJK KR"/>
                <a:ea typeface="Noto Sans CJK KR"/>
                <a:cs typeface="Noto Sans CJK KR"/>
              </a:defRPr>
            </a:lvl6pPr>
            <a:lvl7pPr algn="ctr">
              <a:defRPr sz="1650" b="1">
                <a:solidFill>
                  <a:srgbClr val="132D46"/>
                </a:solidFill>
                <a:latin typeface="Noto Sans CJK KR"/>
                <a:ea typeface="Noto Sans CJK KR"/>
                <a:cs typeface="Noto Sans CJK KR"/>
              </a:defRPr>
            </a:lvl7pPr>
            <a:lvl8pPr algn="ctr">
              <a:defRPr sz="1650" b="1">
                <a:solidFill>
                  <a:srgbClr val="132D46"/>
                </a:solidFill>
                <a:latin typeface="Noto Sans CJK KR"/>
                <a:ea typeface="Noto Sans CJK KR"/>
                <a:cs typeface="Noto Sans CJK KR"/>
              </a:defRPr>
            </a:lvl8pPr>
            <a:lvl9pPr algn="ctr">
              <a:defRPr sz="1650" b="1">
                <a:solidFill>
                  <a:srgbClr val="132D46"/>
                </a:solidFill>
                <a:latin typeface="Noto Sans CJK KR"/>
                <a:ea typeface="Noto Sans CJK KR"/>
                <a:cs typeface="Noto Sans CJK KR"/>
              </a:defRPr>
            </a:lvl9pPr>
          </a:lstStyle>
          <a:p xmlns:a="http://schemas.openxmlformats.org/drawingml/2006/main">
            <a:pPr algn="ctr">
              <a:defRPr sz="1650" b="1">
                <a:solidFill>
                  <a:srgbClr val="132D46"/>
                </a:solidFill>
                <a:latin typeface="Noto Sans CJK KR"/>
                <a:ea typeface="Noto Sans CJK KR"/>
                <a:cs typeface="Noto Sans CJK KR"/>
              </a:defRPr>
            </a:pPr>
            <a:r>
              <a:rPr sz="1650" b="1">
                <a:solidFill>
                  <a:srgbClr val="132D46"/>
                </a:solidFill>
                <a:latin typeface="Noto Sans CJK KR"/>
                <a:ea typeface="Noto Sans CJK KR"/>
                <a:cs typeface="Noto Sans CJK KR"/>
              </a:rPr>
              <a:t>질문·조건 해석</a:t>
            </a:r>
          </a:p>
        </p:txBody>
      </p:sp>
      <p:sp>
        <p:nvSpPr>
          <p:cNvPr id="27" name="">
            <a:extLst xmlns:a="http://schemas.openxmlformats.org/drawingml/2006/main">
              <a:ext uri="{FF2B5EF4-FFF2-40B4-BE49-F238E27FC236}">
                <a16:creationId xmlns:a16="http://schemas.microsoft.com/office/drawing/2014/main" id="{AC6013D5-BE8F-4D17-BEBE-B728EEBF391B}"/>
              </a:ext>
            </a:extLst>
          </p:cNvPr>
          <p:cNvSpPr>
            <a:spLocks xmlns:a="http://schemas.openxmlformats.org/drawingml/2006/main"/>
          </p:cNvSpPr>
          <p:nvPr/>
        </p:nvSpPr>
        <p:spPr>
          <a:xfrm xmlns:a="http://schemas.openxmlformats.org/drawingml/2006/main">
            <a:off x="3486150" y="4657725"/>
            <a:ext cx="2171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200" b="0">
                <a:solidFill>
                  <a:srgbClr val="566879"/>
                </a:solidFill>
                <a:latin typeface="Noto Sans CJK KR"/>
                <a:ea typeface="Noto Sans CJK KR"/>
                <a:cs typeface="Noto Sans CJK KR"/>
              </a:defRPr>
            </a:defPPr>
            <a:lvl1pPr algn="ctr">
              <a:defRPr sz="1200" b="0">
                <a:solidFill>
                  <a:srgbClr val="566879"/>
                </a:solidFill>
                <a:latin typeface="Noto Sans CJK KR"/>
                <a:ea typeface="Noto Sans CJK KR"/>
                <a:cs typeface="Noto Sans CJK KR"/>
              </a:defRPr>
            </a:lvl1pPr>
            <a:lvl2pPr algn="ctr">
              <a:defRPr sz="1200" b="0">
                <a:solidFill>
                  <a:srgbClr val="566879"/>
                </a:solidFill>
                <a:latin typeface="Noto Sans CJK KR"/>
                <a:ea typeface="Noto Sans CJK KR"/>
                <a:cs typeface="Noto Sans CJK KR"/>
              </a:defRPr>
            </a:lvl2pPr>
            <a:lvl3pPr algn="ctr">
              <a:defRPr sz="1200" b="0">
                <a:solidFill>
                  <a:srgbClr val="566879"/>
                </a:solidFill>
                <a:latin typeface="Noto Sans CJK KR"/>
                <a:ea typeface="Noto Sans CJK KR"/>
                <a:cs typeface="Noto Sans CJK KR"/>
              </a:defRPr>
            </a:lvl3pPr>
            <a:lvl4pPr algn="ctr">
              <a:defRPr sz="1200" b="0">
                <a:solidFill>
                  <a:srgbClr val="566879"/>
                </a:solidFill>
                <a:latin typeface="Noto Sans CJK KR"/>
                <a:ea typeface="Noto Sans CJK KR"/>
                <a:cs typeface="Noto Sans CJK KR"/>
              </a:defRPr>
            </a:lvl4pPr>
            <a:lvl5pPr algn="ctr">
              <a:defRPr sz="1200" b="0">
                <a:solidFill>
                  <a:srgbClr val="566879"/>
                </a:solidFill>
                <a:latin typeface="Noto Sans CJK KR"/>
                <a:ea typeface="Noto Sans CJK KR"/>
                <a:cs typeface="Noto Sans CJK KR"/>
              </a:defRPr>
            </a:lvl5pPr>
            <a:lvl6pPr algn="ctr">
              <a:defRPr sz="1200" b="0">
                <a:solidFill>
                  <a:srgbClr val="566879"/>
                </a:solidFill>
                <a:latin typeface="Noto Sans CJK KR"/>
                <a:ea typeface="Noto Sans CJK KR"/>
                <a:cs typeface="Noto Sans CJK KR"/>
              </a:defRPr>
            </a:lvl6pPr>
            <a:lvl7pPr algn="ctr">
              <a:defRPr sz="1200" b="0">
                <a:solidFill>
                  <a:srgbClr val="566879"/>
                </a:solidFill>
                <a:latin typeface="Noto Sans CJK KR"/>
                <a:ea typeface="Noto Sans CJK KR"/>
                <a:cs typeface="Noto Sans CJK KR"/>
              </a:defRPr>
            </a:lvl7pPr>
            <a:lvl8pPr algn="ctr">
              <a:defRPr sz="1200" b="0">
                <a:solidFill>
                  <a:srgbClr val="566879"/>
                </a:solidFill>
                <a:latin typeface="Noto Sans CJK KR"/>
                <a:ea typeface="Noto Sans CJK KR"/>
                <a:cs typeface="Noto Sans CJK KR"/>
              </a:defRPr>
            </a:lvl8pPr>
            <a:lvl9pPr algn="ctr">
              <a:defRPr sz="1200" b="0">
                <a:solidFill>
                  <a:srgbClr val="566879"/>
                </a:solidFill>
                <a:latin typeface="Noto Sans CJK KR"/>
                <a:ea typeface="Noto Sans CJK KR"/>
                <a:cs typeface="Noto Sans CJK KR"/>
              </a:defRPr>
            </a:lvl9pPr>
          </a:lstStyle>
          <a:p xmlns:a="http://schemas.openxmlformats.org/drawingml/2006/main">
            <a:pPr algn="ctr">
              <a:defRPr sz="1200" b="0">
                <a:solidFill>
                  <a:srgbClr val="566879"/>
                </a:solidFill>
                <a:latin typeface="Noto Sans CJK KR"/>
                <a:ea typeface="Noto Sans CJK KR"/>
                <a:cs typeface="Noto Sans CJK KR"/>
              </a:defRPr>
            </a:pPr>
            <a:r>
              <a:rPr sz="1200" b="0">
                <a:solidFill>
                  <a:srgbClr val="566879"/>
                </a:solidFill>
                <a:latin typeface="Noto Sans CJK KR"/>
                <a:ea typeface="Noto Sans CJK KR"/>
                <a:cs typeface="Noto Sans CJK KR"/>
              </a:rPr>
              <a:t>조회 대상과 조건을 구조화</a:t>
            </a:r>
          </a:p>
        </p:txBody>
      </p:sp>
      <p:sp>
        <p:nvSpPr>
          <p:cNvPr id="28" name="">
            <a:extLst xmlns:a="http://schemas.openxmlformats.org/drawingml/2006/main">
              <a:ext uri="{FF2B5EF4-FFF2-40B4-BE49-F238E27FC236}">
                <a16:creationId xmlns:a16="http://schemas.microsoft.com/office/drawing/2014/main" id="{4A811EEF-A681-4C47-AE28-429CA8FB51D2}"/>
              </a:ext>
            </a:extLst>
          </p:cNvPr>
          <p:cNvSpPr>
            <a:spLocks xmlns:a="http://schemas.openxmlformats.org/drawingml/2006/main"/>
          </p:cNvSpPr>
          <p:nvPr/>
        </p:nvSpPr>
        <p:spPr>
          <a:xfrm xmlns:a="http://schemas.openxmlformats.org/drawingml/2006/main">
            <a:off x="6324600" y="3048000"/>
            <a:ext cx="2400300" cy="2162175"/>
          </a:xfrm>
          <a:prstGeom xmlns:a="http://schemas.openxmlformats.org/drawingml/2006/main" prst="roundRect">
            <a:avLst>
              <a:gd name="adj" fmla="val 2203"/>
            </a:avLst>
          </a:prstGeom>
          <a:solidFill xmlns:a="http://schemas.openxmlformats.org/drawingml/2006/main">
            <a:srgbClr val="FFFFFF"/>
          </a:solidFill>
          <a:ln xmlns:a="http://schemas.openxmlformats.org/drawingml/2006/main" w="11430">
            <a:solidFill>
              <a:srgbClr val="D6E1E7"/>
            </a:solidFill>
          </a:ln>
        </p:spPr>
      </p:sp>
      <p:pic>
        <p:nvPicPr>
          <p:cNvPr id="29" name="">
            <a:extLst xmlns:a="http://schemas.openxmlformats.org/drawingml/2006/main">
              <a:ext uri="{FF2B5EF4-FFF2-40B4-BE49-F238E27FC236}">
                <a16:creationId xmlns:a16="http://schemas.microsoft.com/office/drawing/2014/main" id="{C67C48E5-A62E-4035-B95B-8854F75C51C4}"/>
              </a:ext>
            </a:extLst>
          </p:cNvPr>
          <p:cNvPicPr>
            <a:picLocks xmlns:a="http://schemas.openxmlformats.org/drawingml/2006/main" noChangeAspect="1"/>
          </p:cNvPicPr>
          <p:nvPr/>
        </p:nvPicPr>
        <p:blipFill>
          <a:blip xmlns:r="http://schemas.openxmlformats.org/officeDocument/2006/relationships" xmlns:a="http://schemas.openxmlformats.org/drawingml/2006/main" r:embed="R80798b4a4dac4c33"/>
          <a:srcRect xmlns:a="http://schemas.openxmlformats.org/drawingml/2006/main" l="56280" t="29330" r="26376" b="40489"/>
          <a:stretch xmlns:a="http://schemas.openxmlformats.org/drawingml/2006/main"/>
        </p:blipFill>
        <p:spPr>
          <a:xfrm xmlns:a="http://schemas.openxmlformats.org/drawingml/2006/main">
            <a:off x="6962775" y="3152775"/>
            <a:ext cx="1123950" cy="1104900"/>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16BF1E6F-0746-46CE-93D6-B87E602D6583}"/>
              </a:ext>
            </a:extLst>
          </p:cNvPr>
          <p:cNvSpPr>
            <a:spLocks xmlns:a="http://schemas.openxmlformats.org/drawingml/2006/main"/>
          </p:cNvSpPr>
          <p:nvPr/>
        </p:nvSpPr>
        <p:spPr>
          <a:xfrm xmlns:a="http://schemas.openxmlformats.org/drawingml/2006/main">
            <a:off x="6438900" y="4276725"/>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1C7B79"/>
                </a:solidFill>
                <a:latin typeface="Noto Sans CJK KR"/>
                <a:ea typeface="Noto Sans CJK KR"/>
                <a:cs typeface="Noto Sans CJK KR"/>
              </a:defRPr>
            </a:defPPr>
            <a:lvl1pPr algn="ctr">
              <a:defRPr sz="1650" b="1">
                <a:solidFill>
                  <a:srgbClr val="1C7B79"/>
                </a:solidFill>
                <a:latin typeface="Noto Sans CJK KR"/>
                <a:ea typeface="Noto Sans CJK KR"/>
                <a:cs typeface="Noto Sans CJK KR"/>
              </a:defRPr>
            </a:lvl1pPr>
            <a:lvl2pPr algn="ctr">
              <a:defRPr sz="1650" b="1">
                <a:solidFill>
                  <a:srgbClr val="1C7B79"/>
                </a:solidFill>
                <a:latin typeface="Noto Sans CJK KR"/>
                <a:ea typeface="Noto Sans CJK KR"/>
                <a:cs typeface="Noto Sans CJK KR"/>
              </a:defRPr>
            </a:lvl2pPr>
            <a:lvl3pPr algn="ctr">
              <a:defRPr sz="1650" b="1">
                <a:solidFill>
                  <a:srgbClr val="1C7B79"/>
                </a:solidFill>
                <a:latin typeface="Noto Sans CJK KR"/>
                <a:ea typeface="Noto Sans CJK KR"/>
                <a:cs typeface="Noto Sans CJK KR"/>
              </a:defRPr>
            </a:lvl3pPr>
            <a:lvl4pPr algn="ctr">
              <a:defRPr sz="1650" b="1">
                <a:solidFill>
                  <a:srgbClr val="1C7B79"/>
                </a:solidFill>
                <a:latin typeface="Noto Sans CJK KR"/>
                <a:ea typeface="Noto Sans CJK KR"/>
                <a:cs typeface="Noto Sans CJK KR"/>
              </a:defRPr>
            </a:lvl4pPr>
            <a:lvl5pPr algn="ctr">
              <a:defRPr sz="1650" b="1">
                <a:solidFill>
                  <a:srgbClr val="1C7B79"/>
                </a:solidFill>
                <a:latin typeface="Noto Sans CJK KR"/>
                <a:ea typeface="Noto Sans CJK KR"/>
                <a:cs typeface="Noto Sans CJK KR"/>
              </a:defRPr>
            </a:lvl5pPr>
            <a:lvl6pPr algn="ctr">
              <a:defRPr sz="1650" b="1">
                <a:solidFill>
                  <a:srgbClr val="1C7B79"/>
                </a:solidFill>
                <a:latin typeface="Noto Sans CJK KR"/>
                <a:ea typeface="Noto Sans CJK KR"/>
                <a:cs typeface="Noto Sans CJK KR"/>
              </a:defRPr>
            </a:lvl6pPr>
            <a:lvl7pPr algn="ctr">
              <a:defRPr sz="1650" b="1">
                <a:solidFill>
                  <a:srgbClr val="1C7B79"/>
                </a:solidFill>
                <a:latin typeface="Noto Sans CJK KR"/>
                <a:ea typeface="Noto Sans CJK KR"/>
                <a:cs typeface="Noto Sans CJK KR"/>
              </a:defRPr>
            </a:lvl7pPr>
            <a:lvl8pPr algn="ctr">
              <a:defRPr sz="1650" b="1">
                <a:solidFill>
                  <a:srgbClr val="1C7B79"/>
                </a:solidFill>
                <a:latin typeface="Noto Sans CJK KR"/>
                <a:ea typeface="Noto Sans CJK KR"/>
                <a:cs typeface="Noto Sans CJK KR"/>
              </a:defRPr>
            </a:lvl8pPr>
            <a:lvl9pPr algn="ctr">
              <a:defRPr sz="1650" b="1">
                <a:solidFill>
                  <a:srgbClr val="1C7B79"/>
                </a:solidFill>
                <a:latin typeface="Noto Sans CJK KR"/>
                <a:ea typeface="Noto Sans CJK KR"/>
                <a:cs typeface="Noto Sans CJK KR"/>
              </a:defRPr>
            </a:lvl9pPr>
          </a:lstStyle>
          <a:p xmlns:a="http://schemas.openxmlformats.org/drawingml/2006/main">
            <a:pPr algn="ctr">
              <a:defRPr sz="1650" b="1">
                <a:solidFill>
                  <a:srgbClr val="1C7B79"/>
                </a:solidFill>
                <a:latin typeface="Noto Sans CJK KR"/>
                <a:ea typeface="Noto Sans CJK KR"/>
                <a:cs typeface="Noto Sans CJK KR"/>
              </a:defRPr>
            </a:pPr>
            <a:r>
              <a:rPr sz="1650" b="1">
                <a:solidFill>
                  <a:srgbClr val="1C7B79"/>
                </a:solidFill>
                <a:latin typeface="Noto Sans CJK KR"/>
                <a:ea typeface="Noto Sans CJK KR"/>
                <a:cs typeface="Noto Sans CJK KR"/>
              </a:rPr>
              <a:t>관련 근거 검색</a:t>
            </a:r>
          </a:p>
        </p:txBody>
      </p:sp>
      <p:sp>
        <p:nvSpPr>
          <p:cNvPr id="31" name="">
            <a:extLst xmlns:a="http://schemas.openxmlformats.org/drawingml/2006/main">
              <a:ext uri="{FF2B5EF4-FFF2-40B4-BE49-F238E27FC236}">
                <a16:creationId xmlns:a16="http://schemas.microsoft.com/office/drawing/2014/main" id="{61016770-2EDA-4328-8A3C-1A650B096D47}"/>
              </a:ext>
            </a:extLst>
          </p:cNvPr>
          <p:cNvSpPr>
            <a:spLocks xmlns:a="http://schemas.openxmlformats.org/drawingml/2006/main"/>
          </p:cNvSpPr>
          <p:nvPr/>
        </p:nvSpPr>
        <p:spPr>
          <a:xfrm xmlns:a="http://schemas.openxmlformats.org/drawingml/2006/main">
            <a:off x="6438900" y="4667250"/>
            <a:ext cx="217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566879"/>
                </a:solidFill>
                <a:latin typeface="Noto Sans CJK KR"/>
                <a:ea typeface="Noto Sans CJK KR"/>
                <a:cs typeface="Noto Sans CJK KR"/>
              </a:defRPr>
            </a:defPPr>
            <a:lvl1pPr algn="ctr">
              <a:defRPr sz="1275" b="0">
                <a:solidFill>
                  <a:srgbClr val="566879"/>
                </a:solidFill>
                <a:latin typeface="Noto Sans CJK KR"/>
                <a:ea typeface="Noto Sans CJK KR"/>
                <a:cs typeface="Noto Sans CJK KR"/>
              </a:defRPr>
            </a:lvl1pPr>
            <a:lvl2pPr algn="ctr">
              <a:defRPr sz="1275" b="0">
                <a:solidFill>
                  <a:srgbClr val="566879"/>
                </a:solidFill>
                <a:latin typeface="Noto Sans CJK KR"/>
                <a:ea typeface="Noto Sans CJK KR"/>
                <a:cs typeface="Noto Sans CJK KR"/>
              </a:defRPr>
            </a:lvl2pPr>
            <a:lvl3pPr algn="ctr">
              <a:defRPr sz="1275" b="0">
                <a:solidFill>
                  <a:srgbClr val="566879"/>
                </a:solidFill>
                <a:latin typeface="Noto Sans CJK KR"/>
                <a:ea typeface="Noto Sans CJK KR"/>
                <a:cs typeface="Noto Sans CJK KR"/>
              </a:defRPr>
            </a:lvl3pPr>
            <a:lvl4pPr algn="ctr">
              <a:defRPr sz="1275" b="0">
                <a:solidFill>
                  <a:srgbClr val="566879"/>
                </a:solidFill>
                <a:latin typeface="Noto Sans CJK KR"/>
                <a:ea typeface="Noto Sans CJK KR"/>
                <a:cs typeface="Noto Sans CJK KR"/>
              </a:defRPr>
            </a:lvl4pPr>
            <a:lvl5pPr algn="ctr">
              <a:defRPr sz="1275" b="0">
                <a:solidFill>
                  <a:srgbClr val="566879"/>
                </a:solidFill>
                <a:latin typeface="Noto Sans CJK KR"/>
                <a:ea typeface="Noto Sans CJK KR"/>
                <a:cs typeface="Noto Sans CJK KR"/>
              </a:defRPr>
            </a:lvl5pPr>
            <a:lvl6pPr algn="ctr">
              <a:defRPr sz="1275" b="0">
                <a:solidFill>
                  <a:srgbClr val="566879"/>
                </a:solidFill>
                <a:latin typeface="Noto Sans CJK KR"/>
                <a:ea typeface="Noto Sans CJK KR"/>
                <a:cs typeface="Noto Sans CJK KR"/>
              </a:defRPr>
            </a:lvl6pPr>
            <a:lvl7pPr algn="ctr">
              <a:defRPr sz="1275" b="0">
                <a:solidFill>
                  <a:srgbClr val="566879"/>
                </a:solidFill>
                <a:latin typeface="Noto Sans CJK KR"/>
                <a:ea typeface="Noto Sans CJK KR"/>
                <a:cs typeface="Noto Sans CJK KR"/>
              </a:defRPr>
            </a:lvl7pPr>
            <a:lvl8pPr algn="ctr">
              <a:defRPr sz="1275" b="0">
                <a:solidFill>
                  <a:srgbClr val="566879"/>
                </a:solidFill>
                <a:latin typeface="Noto Sans CJK KR"/>
                <a:ea typeface="Noto Sans CJK KR"/>
                <a:cs typeface="Noto Sans CJK KR"/>
              </a:defRPr>
            </a:lvl8pPr>
            <a:lvl9pPr algn="ctr">
              <a:defRPr sz="1275" b="0">
                <a:solidFill>
                  <a:srgbClr val="566879"/>
                </a:solidFill>
                <a:latin typeface="Noto Sans CJK KR"/>
                <a:ea typeface="Noto Sans CJK KR"/>
                <a:cs typeface="Noto Sans CJK KR"/>
              </a:defRPr>
            </a:lvl9pPr>
          </a:lstStyle>
          <a:p xmlns:a="http://schemas.openxmlformats.org/drawingml/2006/main">
            <a:pPr algn="ctr">
              <a:defRPr sz="1275" b="0">
                <a:solidFill>
                  <a:srgbClr val="566879"/>
                </a:solidFill>
                <a:latin typeface="Noto Sans CJK KR"/>
                <a:ea typeface="Noto Sans CJK KR"/>
                <a:cs typeface="Noto Sans CJK KR"/>
              </a:defRPr>
            </a:pPr>
            <a:r>
              <a:rPr sz="1275" b="0">
                <a:solidFill>
                  <a:srgbClr val="566879"/>
                </a:solidFill>
                <a:latin typeface="Noto Sans CJK KR"/>
                <a:ea typeface="Noto Sans CJK KR"/>
                <a:cs typeface="Noto Sans CJK KR"/>
              </a:rPr>
              <a:t>키워드 + 벡터 검색</a:t>
            </a:r>
          </a:p>
        </p:txBody>
      </p:sp>
      <p:sp>
        <p:nvSpPr>
          <p:cNvPr id="32" name="">
            <a:extLst xmlns:a="http://schemas.openxmlformats.org/drawingml/2006/main">
              <a:ext uri="{FF2B5EF4-FFF2-40B4-BE49-F238E27FC236}">
                <a16:creationId xmlns:a16="http://schemas.microsoft.com/office/drawing/2014/main" id="{8F3996C0-C176-468C-979A-72F0DC100121}"/>
              </a:ext>
            </a:extLst>
          </p:cNvPr>
          <p:cNvSpPr>
            <a:spLocks xmlns:a="http://schemas.openxmlformats.org/drawingml/2006/main"/>
          </p:cNvSpPr>
          <p:nvPr/>
        </p:nvSpPr>
        <p:spPr>
          <a:xfrm xmlns:a="http://schemas.openxmlformats.org/drawingml/2006/main">
            <a:off x="9277350" y="3048000"/>
            <a:ext cx="2400300" cy="2162175"/>
          </a:xfrm>
          <a:prstGeom xmlns:a="http://schemas.openxmlformats.org/drawingml/2006/main" prst="roundRect">
            <a:avLst>
              <a:gd name="adj" fmla="val 2203"/>
            </a:avLst>
          </a:prstGeom>
          <a:solidFill xmlns:a="http://schemas.openxmlformats.org/drawingml/2006/main">
            <a:srgbClr val="FFFFFF"/>
          </a:solidFill>
          <a:ln xmlns:a="http://schemas.openxmlformats.org/drawingml/2006/main" w="11430">
            <a:solidFill>
              <a:srgbClr val="1C7B79"/>
            </a:solidFill>
          </a:ln>
        </p:spPr>
      </p:sp>
      <p:pic>
        <p:nvPicPr>
          <p:cNvPr id="33" name="">
            <a:extLst xmlns:a="http://schemas.openxmlformats.org/drawingml/2006/main">
              <a:ext uri="{FF2B5EF4-FFF2-40B4-BE49-F238E27FC236}">
                <a16:creationId xmlns:a16="http://schemas.microsoft.com/office/drawing/2014/main" id="{3CF9AE96-24E2-47DD-82FB-0DFA4B09FF9C}"/>
              </a:ext>
            </a:extLst>
          </p:cNvPr>
          <p:cNvPicPr>
            <a:picLocks xmlns:a="http://schemas.openxmlformats.org/drawingml/2006/main" noChangeAspect="1"/>
          </p:cNvPicPr>
          <p:nvPr/>
        </p:nvPicPr>
        <p:blipFill>
          <a:blip xmlns:r="http://schemas.openxmlformats.org/officeDocument/2006/relationships" xmlns:a="http://schemas.openxmlformats.org/drawingml/2006/main" r:embed="R4b80b42142d14020"/>
          <a:srcRect xmlns:a="http://schemas.openxmlformats.org/drawingml/2006/main" l="77751" t="29224" r="2392" b="37832"/>
          <a:stretch xmlns:a="http://schemas.openxmlformats.org/drawingml/2006/main"/>
        </p:blipFill>
        <p:spPr>
          <a:xfrm xmlns:a="http://schemas.openxmlformats.org/drawingml/2006/main">
            <a:off x="9848850" y="3152775"/>
            <a:ext cx="1257300" cy="1171575"/>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42DF18D6-FD7D-436E-BE52-1B1C4B281CA8}"/>
              </a:ext>
            </a:extLst>
          </p:cNvPr>
          <p:cNvSpPr>
            <a:spLocks xmlns:a="http://schemas.openxmlformats.org/drawingml/2006/main"/>
          </p:cNvSpPr>
          <p:nvPr/>
        </p:nvSpPr>
        <p:spPr>
          <a:xfrm xmlns:a="http://schemas.openxmlformats.org/drawingml/2006/main">
            <a:off x="9391650" y="4352925"/>
            <a:ext cx="2171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650" b="1">
                <a:solidFill>
                  <a:srgbClr val="1C7B79"/>
                </a:solidFill>
                <a:latin typeface="Noto Sans CJK KR"/>
                <a:ea typeface="Noto Sans CJK KR"/>
                <a:cs typeface="Noto Sans CJK KR"/>
              </a:defRPr>
            </a:defPPr>
            <a:lvl1pPr algn="ctr">
              <a:defRPr sz="1650" b="1">
                <a:solidFill>
                  <a:srgbClr val="1C7B79"/>
                </a:solidFill>
                <a:latin typeface="Noto Sans CJK KR"/>
                <a:ea typeface="Noto Sans CJK KR"/>
                <a:cs typeface="Noto Sans CJK KR"/>
              </a:defRPr>
            </a:lvl1pPr>
            <a:lvl2pPr algn="ctr">
              <a:defRPr sz="1650" b="1">
                <a:solidFill>
                  <a:srgbClr val="1C7B79"/>
                </a:solidFill>
                <a:latin typeface="Noto Sans CJK KR"/>
                <a:ea typeface="Noto Sans CJK KR"/>
                <a:cs typeface="Noto Sans CJK KR"/>
              </a:defRPr>
            </a:lvl2pPr>
            <a:lvl3pPr algn="ctr">
              <a:defRPr sz="1650" b="1">
                <a:solidFill>
                  <a:srgbClr val="1C7B79"/>
                </a:solidFill>
                <a:latin typeface="Noto Sans CJK KR"/>
                <a:ea typeface="Noto Sans CJK KR"/>
                <a:cs typeface="Noto Sans CJK KR"/>
              </a:defRPr>
            </a:lvl3pPr>
            <a:lvl4pPr algn="ctr">
              <a:defRPr sz="1650" b="1">
                <a:solidFill>
                  <a:srgbClr val="1C7B79"/>
                </a:solidFill>
                <a:latin typeface="Noto Sans CJK KR"/>
                <a:ea typeface="Noto Sans CJK KR"/>
                <a:cs typeface="Noto Sans CJK KR"/>
              </a:defRPr>
            </a:lvl4pPr>
            <a:lvl5pPr algn="ctr">
              <a:defRPr sz="1650" b="1">
                <a:solidFill>
                  <a:srgbClr val="1C7B79"/>
                </a:solidFill>
                <a:latin typeface="Noto Sans CJK KR"/>
                <a:ea typeface="Noto Sans CJK KR"/>
                <a:cs typeface="Noto Sans CJK KR"/>
              </a:defRPr>
            </a:lvl5pPr>
            <a:lvl6pPr algn="ctr">
              <a:defRPr sz="1650" b="1">
                <a:solidFill>
                  <a:srgbClr val="1C7B79"/>
                </a:solidFill>
                <a:latin typeface="Noto Sans CJK KR"/>
                <a:ea typeface="Noto Sans CJK KR"/>
                <a:cs typeface="Noto Sans CJK KR"/>
              </a:defRPr>
            </a:lvl6pPr>
            <a:lvl7pPr algn="ctr">
              <a:defRPr sz="1650" b="1">
                <a:solidFill>
                  <a:srgbClr val="1C7B79"/>
                </a:solidFill>
                <a:latin typeface="Noto Sans CJK KR"/>
                <a:ea typeface="Noto Sans CJK KR"/>
                <a:cs typeface="Noto Sans CJK KR"/>
              </a:defRPr>
            </a:lvl7pPr>
            <a:lvl8pPr algn="ctr">
              <a:defRPr sz="1650" b="1">
                <a:solidFill>
                  <a:srgbClr val="1C7B79"/>
                </a:solidFill>
                <a:latin typeface="Noto Sans CJK KR"/>
                <a:ea typeface="Noto Sans CJK KR"/>
                <a:cs typeface="Noto Sans CJK KR"/>
              </a:defRPr>
            </a:lvl8pPr>
            <a:lvl9pPr algn="ctr">
              <a:defRPr sz="1650" b="1">
                <a:solidFill>
                  <a:srgbClr val="1C7B79"/>
                </a:solidFill>
                <a:latin typeface="Noto Sans CJK KR"/>
                <a:ea typeface="Noto Sans CJK KR"/>
                <a:cs typeface="Noto Sans CJK KR"/>
              </a:defRPr>
            </a:lvl9pPr>
          </a:lstStyle>
          <a:p xmlns:a="http://schemas.openxmlformats.org/drawingml/2006/main">
            <a:pPr algn="ctr">
              <a:defRPr sz="1650" b="1">
                <a:solidFill>
                  <a:srgbClr val="1C7B79"/>
                </a:solidFill>
                <a:latin typeface="Noto Sans CJK KR"/>
                <a:ea typeface="Noto Sans CJK KR"/>
                <a:cs typeface="Noto Sans CJK KR"/>
              </a:defRPr>
            </a:pPr>
            <a:r>
              <a:rPr sz="1650" b="1">
                <a:solidFill>
                  <a:srgbClr val="1C7B79"/>
                </a:solidFill>
                <a:latin typeface="Noto Sans CJK KR"/>
                <a:ea typeface="Noto Sans CJK KR"/>
                <a:cs typeface="Noto Sans CJK KR"/>
              </a:rPr>
              <a:t>Cube 답변</a:t>
            </a:r>
          </a:p>
        </p:txBody>
      </p:sp>
      <p:sp>
        <p:nvSpPr>
          <p:cNvPr id="35" name="">
            <a:extLst xmlns:a="http://schemas.openxmlformats.org/drawingml/2006/main">
              <a:ext uri="{FF2B5EF4-FFF2-40B4-BE49-F238E27FC236}">
                <a16:creationId xmlns:a16="http://schemas.microsoft.com/office/drawing/2014/main" id="{D56CA293-459F-4764-9036-128B28B7794F}"/>
              </a:ext>
            </a:extLst>
          </p:cNvPr>
          <p:cNvSpPr>
            <a:spLocks xmlns:a="http://schemas.openxmlformats.org/drawingml/2006/main"/>
          </p:cNvSpPr>
          <p:nvPr/>
        </p:nvSpPr>
        <p:spPr>
          <a:xfrm xmlns:a="http://schemas.openxmlformats.org/drawingml/2006/main">
            <a:off x="9391650" y="4743450"/>
            <a:ext cx="2171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200" b="0">
                <a:solidFill>
                  <a:srgbClr val="566879"/>
                </a:solidFill>
                <a:latin typeface="Noto Sans CJK KR"/>
                <a:ea typeface="Noto Sans CJK KR"/>
                <a:cs typeface="Noto Sans CJK KR"/>
              </a:defRPr>
            </a:defPPr>
            <a:lvl1pPr algn="ctr">
              <a:defRPr sz="1200" b="0">
                <a:solidFill>
                  <a:srgbClr val="566879"/>
                </a:solidFill>
                <a:latin typeface="Noto Sans CJK KR"/>
                <a:ea typeface="Noto Sans CJK KR"/>
                <a:cs typeface="Noto Sans CJK KR"/>
              </a:defRPr>
            </a:lvl1pPr>
            <a:lvl2pPr algn="ctr">
              <a:defRPr sz="1200" b="0">
                <a:solidFill>
                  <a:srgbClr val="566879"/>
                </a:solidFill>
                <a:latin typeface="Noto Sans CJK KR"/>
                <a:ea typeface="Noto Sans CJK KR"/>
                <a:cs typeface="Noto Sans CJK KR"/>
              </a:defRPr>
            </a:lvl2pPr>
            <a:lvl3pPr algn="ctr">
              <a:defRPr sz="1200" b="0">
                <a:solidFill>
                  <a:srgbClr val="566879"/>
                </a:solidFill>
                <a:latin typeface="Noto Sans CJK KR"/>
                <a:ea typeface="Noto Sans CJK KR"/>
                <a:cs typeface="Noto Sans CJK KR"/>
              </a:defRPr>
            </a:lvl3pPr>
            <a:lvl4pPr algn="ctr">
              <a:defRPr sz="1200" b="0">
                <a:solidFill>
                  <a:srgbClr val="566879"/>
                </a:solidFill>
                <a:latin typeface="Noto Sans CJK KR"/>
                <a:ea typeface="Noto Sans CJK KR"/>
                <a:cs typeface="Noto Sans CJK KR"/>
              </a:defRPr>
            </a:lvl4pPr>
            <a:lvl5pPr algn="ctr">
              <a:defRPr sz="1200" b="0">
                <a:solidFill>
                  <a:srgbClr val="566879"/>
                </a:solidFill>
                <a:latin typeface="Noto Sans CJK KR"/>
                <a:ea typeface="Noto Sans CJK KR"/>
                <a:cs typeface="Noto Sans CJK KR"/>
              </a:defRPr>
            </a:lvl5pPr>
            <a:lvl6pPr algn="ctr">
              <a:defRPr sz="1200" b="0">
                <a:solidFill>
                  <a:srgbClr val="566879"/>
                </a:solidFill>
                <a:latin typeface="Noto Sans CJK KR"/>
                <a:ea typeface="Noto Sans CJK KR"/>
                <a:cs typeface="Noto Sans CJK KR"/>
              </a:defRPr>
            </a:lvl6pPr>
            <a:lvl7pPr algn="ctr">
              <a:defRPr sz="1200" b="0">
                <a:solidFill>
                  <a:srgbClr val="566879"/>
                </a:solidFill>
                <a:latin typeface="Noto Sans CJK KR"/>
                <a:ea typeface="Noto Sans CJK KR"/>
                <a:cs typeface="Noto Sans CJK KR"/>
              </a:defRPr>
            </a:lvl7pPr>
            <a:lvl8pPr algn="ctr">
              <a:defRPr sz="1200" b="0">
                <a:solidFill>
                  <a:srgbClr val="566879"/>
                </a:solidFill>
                <a:latin typeface="Noto Sans CJK KR"/>
                <a:ea typeface="Noto Sans CJK KR"/>
                <a:cs typeface="Noto Sans CJK KR"/>
              </a:defRPr>
            </a:lvl8pPr>
            <a:lvl9pPr algn="ctr">
              <a:defRPr sz="1200" b="0">
                <a:solidFill>
                  <a:srgbClr val="566879"/>
                </a:solidFill>
                <a:latin typeface="Noto Sans CJK KR"/>
                <a:ea typeface="Noto Sans CJK KR"/>
                <a:cs typeface="Noto Sans CJK KR"/>
              </a:defRPr>
            </a:lvl9pPr>
          </a:lstStyle>
          <a:p xmlns:a="http://schemas.openxmlformats.org/drawingml/2006/main">
            <a:pPr algn="ctr">
              <a:defRPr sz="1200" b="0">
                <a:solidFill>
                  <a:srgbClr val="566879"/>
                </a:solidFill>
                <a:latin typeface="Noto Sans CJK KR"/>
                <a:ea typeface="Noto Sans CJK KR"/>
                <a:cs typeface="Noto Sans CJK KR"/>
              </a:defRPr>
            </a:pPr>
            <a:r>
              <a:rPr sz="1200" b="0">
                <a:solidFill>
                  <a:srgbClr val="566879"/>
                </a:solidFill>
                <a:latin typeface="Noto Sans CJK KR"/>
                <a:ea typeface="Noto Sans CJK KR"/>
                <a:cs typeface="Noto Sans CJK KR"/>
              </a:rPr>
              <a:t>자연어 요약·자료 출처 제공</a:t>
            </a:r>
          </a:p>
        </p:txBody>
      </p:sp>
      <p:sp>
        <p:nvSpPr>
          <p:cNvPr id="40" name="">
            <a:extLst xmlns:a="http://schemas.openxmlformats.org/drawingml/2006/main">
              <a:ext uri="{FF2B5EF4-FFF2-40B4-BE49-F238E27FC236}">
                <a16:creationId xmlns:a16="http://schemas.microsoft.com/office/drawing/2014/main" id="{A150F597-71F7-4DD9-9B5E-D8AF65D7DA6D}"/>
              </a:ext>
            </a:extLst>
          </p:cNvPr>
          <p:cNvSpPr>
            <a:spLocks xmlns:a="http://schemas.openxmlformats.org/drawingml/2006/main"/>
          </p:cNvSpPr>
          <p:nvPr/>
        </p:nvSpPr>
        <p:spPr>
          <a:xfrm xmlns:a="http://schemas.openxmlformats.org/drawingml/2006/main">
            <a:off x="514350" y="5495925"/>
            <a:ext cx="11163300" cy="723900"/>
          </a:xfrm>
          <a:prstGeom xmlns:a="http://schemas.openxmlformats.org/drawingml/2006/main" prst="rect">
            <a:avLst/>
          </a:prstGeom>
          <a:solidFill xmlns:a="http://schemas.openxmlformats.org/drawingml/2006/main">
            <a:srgbClr val="EBF5F4"/>
          </a:solidFill>
          <a:ln xmlns:a="http://schemas.openxmlformats.org/drawingml/2006/main" w="11430">
            <a:solidFill>
              <a:srgbClr val="D6E1E7"/>
            </a:solidFill>
          </a:ln>
        </p:spPr>
      </p:sp>
      <p:sp>
        <p:nvSpPr>
          <p:cNvPr id="41" name="">
            <a:extLst xmlns:a="http://schemas.openxmlformats.org/drawingml/2006/main">
              <a:ext uri="{FF2B5EF4-FFF2-40B4-BE49-F238E27FC236}">
                <a16:creationId xmlns:a16="http://schemas.microsoft.com/office/drawing/2014/main" id="{ED58B325-FF1D-4E5A-8FCF-86130461654C}"/>
              </a:ext>
            </a:extLst>
          </p:cNvPr>
          <p:cNvSpPr>
            <a:spLocks xmlns:a="http://schemas.openxmlformats.org/drawingml/2006/main"/>
          </p:cNvSpPr>
          <p:nvPr/>
        </p:nvSpPr>
        <p:spPr>
          <a:xfrm xmlns:a="http://schemas.openxmlformats.org/drawingml/2006/main">
            <a:off x="685800" y="5600700"/>
            <a:ext cx="133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1">
                <a:solidFill>
                  <a:srgbClr val="1C7B79"/>
                </a:solidFill>
                <a:latin typeface="Noto Sans CJK KR"/>
                <a:ea typeface="Noto Sans CJK KR"/>
                <a:cs typeface="Noto Sans CJK KR"/>
              </a:defRPr>
            </a:defPPr>
            <a:lvl1pPr algn="l">
              <a:defRPr sz="1575" b="1">
                <a:solidFill>
                  <a:srgbClr val="1C7B79"/>
                </a:solidFill>
                <a:latin typeface="Noto Sans CJK KR"/>
                <a:ea typeface="Noto Sans CJK KR"/>
                <a:cs typeface="Noto Sans CJK KR"/>
              </a:defRPr>
            </a:lvl1pPr>
            <a:lvl2pPr algn="l">
              <a:defRPr sz="1575" b="1">
                <a:solidFill>
                  <a:srgbClr val="1C7B79"/>
                </a:solidFill>
                <a:latin typeface="Noto Sans CJK KR"/>
                <a:ea typeface="Noto Sans CJK KR"/>
                <a:cs typeface="Noto Sans CJK KR"/>
              </a:defRPr>
            </a:lvl2pPr>
            <a:lvl3pPr algn="l">
              <a:defRPr sz="1575" b="1">
                <a:solidFill>
                  <a:srgbClr val="1C7B79"/>
                </a:solidFill>
                <a:latin typeface="Noto Sans CJK KR"/>
                <a:ea typeface="Noto Sans CJK KR"/>
                <a:cs typeface="Noto Sans CJK KR"/>
              </a:defRPr>
            </a:lvl3pPr>
            <a:lvl4pPr algn="l">
              <a:defRPr sz="1575" b="1">
                <a:solidFill>
                  <a:srgbClr val="1C7B79"/>
                </a:solidFill>
                <a:latin typeface="Noto Sans CJK KR"/>
                <a:ea typeface="Noto Sans CJK KR"/>
                <a:cs typeface="Noto Sans CJK KR"/>
              </a:defRPr>
            </a:lvl4pPr>
            <a:lvl5pPr algn="l">
              <a:defRPr sz="1575" b="1">
                <a:solidFill>
                  <a:srgbClr val="1C7B79"/>
                </a:solidFill>
                <a:latin typeface="Noto Sans CJK KR"/>
                <a:ea typeface="Noto Sans CJK KR"/>
                <a:cs typeface="Noto Sans CJK KR"/>
              </a:defRPr>
            </a:lvl5pPr>
            <a:lvl6pPr algn="l">
              <a:defRPr sz="1575" b="1">
                <a:solidFill>
                  <a:srgbClr val="1C7B79"/>
                </a:solidFill>
                <a:latin typeface="Noto Sans CJK KR"/>
                <a:ea typeface="Noto Sans CJK KR"/>
                <a:cs typeface="Noto Sans CJK KR"/>
              </a:defRPr>
            </a:lvl6pPr>
            <a:lvl7pPr algn="l">
              <a:defRPr sz="1575" b="1">
                <a:solidFill>
                  <a:srgbClr val="1C7B79"/>
                </a:solidFill>
                <a:latin typeface="Noto Sans CJK KR"/>
                <a:ea typeface="Noto Sans CJK KR"/>
                <a:cs typeface="Noto Sans CJK KR"/>
              </a:defRPr>
            </a:lvl7pPr>
            <a:lvl8pPr algn="l">
              <a:defRPr sz="1575" b="1">
                <a:solidFill>
                  <a:srgbClr val="1C7B79"/>
                </a:solidFill>
                <a:latin typeface="Noto Sans CJK KR"/>
                <a:ea typeface="Noto Sans CJK KR"/>
                <a:cs typeface="Noto Sans CJK KR"/>
              </a:defRPr>
            </a:lvl8pPr>
            <a:lvl9pPr algn="l">
              <a:defRPr sz="1575" b="1">
                <a:solidFill>
                  <a:srgbClr val="1C7B79"/>
                </a:solidFill>
                <a:latin typeface="Noto Sans CJK KR"/>
                <a:ea typeface="Noto Sans CJK KR"/>
                <a:cs typeface="Noto Sans CJK KR"/>
              </a:defRPr>
            </a:lvl9pPr>
          </a:lstStyle>
          <a:p xmlns:a="http://schemas.openxmlformats.org/drawingml/2006/main">
            <a:pPr algn="l">
              <a:defRPr sz="1575" b="1">
                <a:solidFill>
                  <a:srgbClr val="1C7B79"/>
                </a:solidFill>
                <a:latin typeface="Noto Sans CJK KR"/>
                <a:ea typeface="Noto Sans CJK KR"/>
                <a:cs typeface="Noto Sans CJK KR"/>
              </a:defRPr>
            </a:pPr>
            <a:r>
              <a:rPr sz="1575" b="1">
                <a:solidFill>
                  <a:srgbClr val="1C7B79"/>
                </a:solidFill>
                <a:latin typeface="Noto Sans CJK KR"/>
                <a:ea typeface="Noto Sans CJK KR"/>
                <a:cs typeface="Noto Sans CJK KR"/>
              </a:rPr>
              <a:t>제공 기능</a:t>
            </a:r>
          </a:p>
        </p:txBody>
      </p:sp>
      <p:sp>
        <p:nvSpPr>
          <p:cNvPr id="42" name="">
            <a:extLst xmlns:a="http://schemas.openxmlformats.org/drawingml/2006/main">
              <a:ext uri="{FF2B5EF4-FFF2-40B4-BE49-F238E27FC236}">
                <a16:creationId xmlns:a16="http://schemas.microsoft.com/office/drawing/2014/main" id="{158B88EC-C568-4198-8633-57D4ECE1B9CA}"/>
              </a:ext>
            </a:extLst>
          </p:cNvPr>
          <p:cNvSpPr>
            <a:spLocks xmlns:a="http://schemas.openxmlformats.org/drawingml/2006/main"/>
          </p:cNvSpPr>
          <p:nvPr/>
        </p:nvSpPr>
        <p:spPr>
          <a:xfrm xmlns:a="http://schemas.openxmlformats.org/drawingml/2006/main">
            <a:off x="2286000" y="5600700"/>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650" b="1">
                <a:solidFill>
                  <a:srgbClr val="132D46"/>
                </a:solidFill>
                <a:latin typeface="Noto Sans CJK KR"/>
                <a:ea typeface="Noto Sans CJK KR"/>
                <a:cs typeface="Noto Sans CJK KR"/>
              </a:defRPr>
            </a:defPPr>
            <a:lvl1pPr algn="l">
              <a:defRPr sz="1650" b="1">
                <a:solidFill>
                  <a:srgbClr val="132D46"/>
                </a:solidFill>
                <a:latin typeface="Noto Sans CJK KR"/>
                <a:ea typeface="Noto Sans CJK KR"/>
                <a:cs typeface="Noto Sans CJK KR"/>
              </a:defRPr>
            </a:lvl1pPr>
            <a:lvl2pPr algn="l">
              <a:defRPr sz="1650" b="1">
                <a:solidFill>
                  <a:srgbClr val="132D46"/>
                </a:solidFill>
                <a:latin typeface="Noto Sans CJK KR"/>
                <a:ea typeface="Noto Sans CJK KR"/>
                <a:cs typeface="Noto Sans CJK KR"/>
              </a:defRPr>
            </a:lvl2pPr>
            <a:lvl3pPr algn="l">
              <a:defRPr sz="1650" b="1">
                <a:solidFill>
                  <a:srgbClr val="132D46"/>
                </a:solidFill>
                <a:latin typeface="Noto Sans CJK KR"/>
                <a:ea typeface="Noto Sans CJK KR"/>
                <a:cs typeface="Noto Sans CJK KR"/>
              </a:defRPr>
            </a:lvl3pPr>
            <a:lvl4pPr algn="l">
              <a:defRPr sz="1650" b="1">
                <a:solidFill>
                  <a:srgbClr val="132D46"/>
                </a:solidFill>
                <a:latin typeface="Noto Sans CJK KR"/>
                <a:ea typeface="Noto Sans CJK KR"/>
                <a:cs typeface="Noto Sans CJK KR"/>
              </a:defRPr>
            </a:lvl4pPr>
            <a:lvl5pPr algn="l">
              <a:defRPr sz="1650" b="1">
                <a:solidFill>
                  <a:srgbClr val="132D46"/>
                </a:solidFill>
                <a:latin typeface="Noto Sans CJK KR"/>
                <a:ea typeface="Noto Sans CJK KR"/>
                <a:cs typeface="Noto Sans CJK KR"/>
              </a:defRPr>
            </a:lvl5pPr>
            <a:lvl6pPr algn="l">
              <a:defRPr sz="1650" b="1">
                <a:solidFill>
                  <a:srgbClr val="132D46"/>
                </a:solidFill>
                <a:latin typeface="Noto Sans CJK KR"/>
                <a:ea typeface="Noto Sans CJK KR"/>
                <a:cs typeface="Noto Sans CJK KR"/>
              </a:defRPr>
            </a:lvl6pPr>
            <a:lvl7pPr algn="l">
              <a:defRPr sz="1650" b="1">
                <a:solidFill>
                  <a:srgbClr val="132D46"/>
                </a:solidFill>
                <a:latin typeface="Noto Sans CJK KR"/>
                <a:ea typeface="Noto Sans CJK KR"/>
                <a:cs typeface="Noto Sans CJK KR"/>
              </a:defRPr>
            </a:lvl7pPr>
            <a:lvl8pPr algn="l">
              <a:defRPr sz="1650" b="1">
                <a:solidFill>
                  <a:srgbClr val="132D46"/>
                </a:solidFill>
                <a:latin typeface="Noto Sans CJK KR"/>
                <a:ea typeface="Noto Sans CJK KR"/>
                <a:cs typeface="Noto Sans CJK KR"/>
              </a:defRPr>
            </a:lvl8pPr>
            <a:lvl9pPr algn="l">
              <a:defRPr sz="1650" b="1">
                <a:solidFill>
                  <a:srgbClr val="132D46"/>
                </a:solidFill>
                <a:latin typeface="Noto Sans CJK KR"/>
                <a:ea typeface="Noto Sans CJK KR"/>
                <a:cs typeface="Noto Sans CJK KR"/>
              </a:defRPr>
            </a:lvl9pPr>
          </a:lstStyle>
          <a:p xmlns:a="http://schemas.openxmlformats.org/drawingml/2006/main">
            <a:pPr algn="l">
              <a:defRPr sz="1650" b="1">
                <a:solidFill>
                  <a:srgbClr val="132D46"/>
                </a:solidFill>
                <a:latin typeface="Noto Sans CJK KR"/>
                <a:ea typeface="Noto Sans CJK KR"/>
                <a:cs typeface="Noto Sans CJK KR"/>
              </a:defRPr>
            </a:pPr>
            <a:r>
              <a:rPr sz="1650" b="1">
                <a:solidFill>
                  <a:srgbClr val="132D46"/>
                </a:solidFill>
                <a:latin typeface="Noto Sans CJK KR"/>
                <a:ea typeface="Noto Sans CJK KR"/>
                <a:cs typeface="Noto Sans CJK KR"/>
              </a:rPr>
              <a:t>빠른 조회·상세 분석 2종 모드</a:t>
            </a:r>
          </a:p>
        </p:txBody>
      </p:sp>
      <p:sp>
        <p:nvSpPr>
          <p:cNvPr id="43" name="">
            <a:extLst xmlns:a="http://schemas.openxmlformats.org/drawingml/2006/main">
              <a:ext uri="{FF2B5EF4-FFF2-40B4-BE49-F238E27FC236}">
                <a16:creationId xmlns:a16="http://schemas.microsoft.com/office/drawing/2014/main" id="{5DFB6004-7EEF-48F4-9B8B-046D1246E456}"/>
              </a:ext>
            </a:extLst>
          </p:cNvPr>
          <p:cNvSpPr>
            <a:spLocks xmlns:a="http://schemas.openxmlformats.org/drawingml/2006/main"/>
          </p:cNvSpPr>
          <p:nvPr/>
        </p:nvSpPr>
        <p:spPr>
          <a:xfrm xmlns:a="http://schemas.openxmlformats.org/drawingml/2006/main">
            <a:off x="6486525" y="56007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0">
                <a:solidFill>
                  <a:srgbClr val="132D46"/>
                </a:solidFill>
                <a:latin typeface="Noto Sans CJK KR"/>
                <a:ea typeface="Noto Sans CJK KR"/>
                <a:cs typeface="Noto Sans CJK KR"/>
              </a:defRPr>
            </a:defPPr>
            <a:lvl1pPr algn="l">
              <a:defRPr sz="1575" b="0">
                <a:solidFill>
                  <a:srgbClr val="132D46"/>
                </a:solidFill>
                <a:latin typeface="Noto Sans CJK KR"/>
                <a:ea typeface="Noto Sans CJK KR"/>
                <a:cs typeface="Noto Sans CJK KR"/>
              </a:defRPr>
            </a:lvl1pPr>
            <a:lvl2pPr algn="l">
              <a:defRPr sz="1575" b="0">
                <a:solidFill>
                  <a:srgbClr val="132D46"/>
                </a:solidFill>
                <a:latin typeface="Noto Sans CJK KR"/>
                <a:ea typeface="Noto Sans CJK KR"/>
                <a:cs typeface="Noto Sans CJK KR"/>
              </a:defRPr>
            </a:lvl2pPr>
            <a:lvl3pPr algn="l">
              <a:defRPr sz="1575" b="0">
                <a:solidFill>
                  <a:srgbClr val="132D46"/>
                </a:solidFill>
                <a:latin typeface="Noto Sans CJK KR"/>
                <a:ea typeface="Noto Sans CJK KR"/>
                <a:cs typeface="Noto Sans CJK KR"/>
              </a:defRPr>
            </a:lvl3pPr>
            <a:lvl4pPr algn="l">
              <a:defRPr sz="1575" b="0">
                <a:solidFill>
                  <a:srgbClr val="132D46"/>
                </a:solidFill>
                <a:latin typeface="Noto Sans CJK KR"/>
                <a:ea typeface="Noto Sans CJK KR"/>
                <a:cs typeface="Noto Sans CJK KR"/>
              </a:defRPr>
            </a:lvl4pPr>
            <a:lvl5pPr algn="l">
              <a:defRPr sz="1575" b="0">
                <a:solidFill>
                  <a:srgbClr val="132D46"/>
                </a:solidFill>
                <a:latin typeface="Noto Sans CJK KR"/>
                <a:ea typeface="Noto Sans CJK KR"/>
                <a:cs typeface="Noto Sans CJK KR"/>
              </a:defRPr>
            </a:lvl5pPr>
            <a:lvl6pPr algn="l">
              <a:defRPr sz="1575" b="0">
                <a:solidFill>
                  <a:srgbClr val="132D46"/>
                </a:solidFill>
                <a:latin typeface="Noto Sans CJK KR"/>
                <a:ea typeface="Noto Sans CJK KR"/>
                <a:cs typeface="Noto Sans CJK KR"/>
              </a:defRPr>
            </a:lvl6pPr>
            <a:lvl7pPr algn="l">
              <a:defRPr sz="1575" b="0">
                <a:solidFill>
                  <a:srgbClr val="132D46"/>
                </a:solidFill>
                <a:latin typeface="Noto Sans CJK KR"/>
                <a:ea typeface="Noto Sans CJK KR"/>
                <a:cs typeface="Noto Sans CJK KR"/>
              </a:defRPr>
            </a:lvl7pPr>
            <a:lvl8pPr algn="l">
              <a:defRPr sz="1575" b="0">
                <a:solidFill>
                  <a:srgbClr val="132D46"/>
                </a:solidFill>
                <a:latin typeface="Noto Sans CJK KR"/>
                <a:ea typeface="Noto Sans CJK KR"/>
                <a:cs typeface="Noto Sans CJK KR"/>
              </a:defRPr>
            </a:lvl8pPr>
            <a:lvl9pPr algn="l">
              <a:defRPr sz="1575" b="0">
                <a:solidFill>
                  <a:srgbClr val="132D46"/>
                </a:solidFill>
                <a:latin typeface="Noto Sans CJK KR"/>
                <a:ea typeface="Noto Sans CJK KR"/>
                <a:cs typeface="Noto Sans CJK KR"/>
              </a:defRPr>
            </a:lvl9pPr>
          </a:lstStyle>
          <a:p xmlns:a="http://schemas.openxmlformats.org/drawingml/2006/main">
            <a:pPr algn="l">
              <a:defRPr sz="1575" b="0">
                <a:solidFill>
                  <a:srgbClr val="132D46"/>
                </a:solidFill>
                <a:latin typeface="Noto Sans CJK KR"/>
                <a:ea typeface="Noto Sans CJK KR"/>
                <a:cs typeface="Noto Sans CJK KR"/>
              </a:defRPr>
            </a:pPr>
            <a:r>
              <a:rPr sz="1575" b="0">
                <a:solidFill>
                  <a:srgbClr val="132D46"/>
                </a:solidFill>
                <a:latin typeface="Noto Sans CJK KR"/>
                <a:ea typeface="Noto Sans CJK KR"/>
                <a:cs typeface="Noto Sans CJK KR"/>
              </a:rPr>
              <a:t>메일·일정을 하나의 대화에서 조회</a:t>
            </a:r>
          </a:p>
        </p:txBody>
      </p:sp>
      <p:sp>
        <p:nvSpPr>
          <p:cNvPr id="44" name="">
            <a:extLst xmlns:a="http://schemas.openxmlformats.org/drawingml/2006/main">
              <a:ext uri="{FF2B5EF4-FFF2-40B4-BE49-F238E27FC236}">
                <a16:creationId xmlns:a16="http://schemas.microsoft.com/office/drawing/2014/main" id="{9F68EE5F-C024-4DDC-8326-6F046B28EDA3}"/>
              </a:ext>
            </a:extLst>
          </p:cNvPr>
          <p:cNvSpPr>
            <a:spLocks xmlns:a="http://schemas.openxmlformats.org/drawingml/2006/main"/>
          </p:cNvSpPr>
          <p:nvPr/>
        </p:nvSpPr>
        <p:spPr>
          <a:xfrm xmlns:a="http://schemas.openxmlformats.org/drawingml/2006/main">
            <a:off x="2286000" y="5953125"/>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0">
                <a:solidFill>
                  <a:srgbClr val="566879"/>
                </a:solidFill>
                <a:latin typeface="Noto Sans CJK KR"/>
                <a:ea typeface="Noto Sans CJK KR"/>
                <a:cs typeface="Noto Sans CJK KR"/>
              </a:defRPr>
            </a:defPPr>
            <a:lvl1pPr algn="l">
              <a:defRPr sz="1200" b="0">
                <a:solidFill>
                  <a:srgbClr val="566879"/>
                </a:solidFill>
                <a:latin typeface="Noto Sans CJK KR"/>
                <a:ea typeface="Noto Sans CJK KR"/>
                <a:cs typeface="Noto Sans CJK KR"/>
              </a:defRPr>
            </a:lvl1pPr>
            <a:lvl2pPr algn="l">
              <a:defRPr sz="1200" b="0">
                <a:solidFill>
                  <a:srgbClr val="566879"/>
                </a:solidFill>
                <a:latin typeface="Noto Sans CJK KR"/>
                <a:ea typeface="Noto Sans CJK KR"/>
                <a:cs typeface="Noto Sans CJK KR"/>
              </a:defRPr>
            </a:lvl2pPr>
            <a:lvl3pPr algn="l">
              <a:defRPr sz="1200" b="0">
                <a:solidFill>
                  <a:srgbClr val="566879"/>
                </a:solidFill>
                <a:latin typeface="Noto Sans CJK KR"/>
                <a:ea typeface="Noto Sans CJK KR"/>
                <a:cs typeface="Noto Sans CJK KR"/>
              </a:defRPr>
            </a:lvl3pPr>
            <a:lvl4pPr algn="l">
              <a:defRPr sz="1200" b="0">
                <a:solidFill>
                  <a:srgbClr val="566879"/>
                </a:solidFill>
                <a:latin typeface="Noto Sans CJK KR"/>
                <a:ea typeface="Noto Sans CJK KR"/>
                <a:cs typeface="Noto Sans CJK KR"/>
              </a:defRPr>
            </a:lvl4pPr>
            <a:lvl5pPr algn="l">
              <a:defRPr sz="1200" b="0">
                <a:solidFill>
                  <a:srgbClr val="566879"/>
                </a:solidFill>
                <a:latin typeface="Noto Sans CJK KR"/>
                <a:ea typeface="Noto Sans CJK KR"/>
                <a:cs typeface="Noto Sans CJK KR"/>
              </a:defRPr>
            </a:lvl5pPr>
            <a:lvl6pPr algn="l">
              <a:defRPr sz="1200" b="0">
                <a:solidFill>
                  <a:srgbClr val="566879"/>
                </a:solidFill>
                <a:latin typeface="Noto Sans CJK KR"/>
                <a:ea typeface="Noto Sans CJK KR"/>
                <a:cs typeface="Noto Sans CJK KR"/>
              </a:defRPr>
            </a:lvl6pPr>
            <a:lvl7pPr algn="l">
              <a:defRPr sz="1200" b="0">
                <a:solidFill>
                  <a:srgbClr val="566879"/>
                </a:solidFill>
                <a:latin typeface="Noto Sans CJK KR"/>
                <a:ea typeface="Noto Sans CJK KR"/>
                <a:cs typeface="Noto Sans CJK KR"/>
              </a:defRPr>
            </a:lvl7pPr>
            <a:lvl8pPr algn="l">
              <a:defRPr sz="1200" b="0">
                <a:solidFill>
                  <a:srgbClr val="566879"/>
                </a:solidFill>
                <a:latin typeface="Noto Sans CJK KR"/>
                <a:ea typeface="Noto Sans CJK KR"/>
                <a:cs typeface="Noto Sans CJK KR"/>
              </a:defRPr>
            </a:lvl8pPr>
            <a:lvl9pPr algn="l">
              <a:defRPr sz="1200" b="0">
                <a:solidFill>
                  <a:srgbClr val="566879"/>
                </a:solidFill>
                <a:latin typeface="Noto Sans CJK KR"/>
                <a:ea typeface="Noto Sans CJK KR"/>
                <a:cs typeface="Noto Sans CJK KR"/>
              </a:defRPr>
            </a:lvl9pPr>
          </a:lstStyle>
          <a:p xmlns:a="http://schemas.openxmlformats.org/drawingml/2006/main">
            <a:pPr algn="l">
              <a:defRPr sz="1200" b="0">
                <a:solidFill>
                  <a:srgbClr val="566879"/>
                </a:solidFill>
                <a:latin typeface="Noto Sans CJK KR"/>
                <a:ea typeface="Noto Sans CJK KR"/>
                <a:cs typeface="Noto Sans CJK KR"/>
              </a:defRPr>
            </a:pPr>
            <a:r>
              <a:rPr sz="1200" b="0">
                <a:solidFill>
                  <a:srgbClr val="566879"/>
                </a:solidFill>
                <a:latin typeface="Noto Sans CJK KR"/>
                <a:ea typeface="Noto Sans CJK KR"/>
                <a:cs typeface="Noto Sans CJK KR"/>
              </a:rPr>
              <a:t>필요 시 관련 근거를 추가 검색하고, 확인된 자료를 기반으로 답변</a:t>
            </a:r>
          </a:p>
        </p:txBody>
      </p:sp>
      <p:sp>
        <p:nvSpPr>
          <p:cNvPr id="45" name="">
            <a:extLst xmlns:a="http://schemas.openxmlformats.org/drawingml/2006/main">
              <a:ext uri="{FF2B5EF4-FFF2-40B4-BE49-F238E27FC236}">
                <a16:creationId xmlns:a16="http://schemas.microsoft.com/office/drawing/2014/main" id="{603D37FA-28C1-4E14-BAEF-221647E023A0}"/>
              </a:ext>
            </a:extLst>
          </p:cNvPr>
          <p:cNvSpPr>
            <a:spLocks xmlns:a="http://schemas.openxmlformats.org/drawingml/2006/main"/>
          </p:cNvSpPr>
          <p:nvPr/>
        </p:nvSpPr>
        <p:spPr>
          <a:xfrm xmlns:a="http://schemas.openxmlformats.org/drawingml/2006/main">
            <a:off x="514350" y="6486525"/>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00" b="0">
                <a:solidFill>
                  <a:srgbClr val="566879"/>
                </a:solidFill>
                <a:latin typeface="Noto Sans CJK KR"/>
                <a:ea typeface="Noto Sans CJK KR"/>
                <a:cs typeface="Noto Sans CJK KR"/>
              </a:defRPr>
            </a:defPPr>
            <a:lvl1pPr algn="l">
              <a:defRPr sz="900" b="0">
                <a:solidFill>
                  <a:srgbClr val="566879"/>
                </a:solidFill>
                <a:latin typeface="Noto Sans CJK KR"/>
                <a:ea typeface="Noto Sans CJK KR"/>
                <a:cs typeface="Noto Sans CJK KR"/>
              </a:defRPr>
            </a:lvl1pPr>
            <a:lvl2pPr algn="l">
              <a:defRPr sz="900" b="0">
                <a:solidFill>
                  <a:srgbClr val="566879"/>
                </a:solidFill>
                <a:latin typeface="Noto Sans CJK KR"/>
                <a:ea typeface="Noto Sans CJK KR"/>
                <a:cs typeface="Noto Sans CJK KR"/>
              </a:defRPr>
            </a:lvl2pPr>
            <a:lvl3pPr algn="l">
              <a:defRPr sz="900" b="0">
                <a:solidFill>
                  <a:srgbClr val="566879"/>
                </a:solidFill>
                <a:latin typeface="Noto Sans CJK KR"/>
                <a:ea typeface="Noto Sans CJK KR"/>
                <a:cs typeface="Noto Sans CJK KR"/>
              </a:defRPr>
            </a:lvl3pPr>
            <a:lvl4pPr algn="l">
              <a:defRPr sz="900" b="0">
                <a:solidFill>
                  <a:srgbClr val="566879"/>
                </a:solidFill>
                <a:latin typeface="Noto Sans CJK KR"/>
                <a:ea typeface="Noto Sans CJK KR"/>
                <a:cs typeface="Noto Sans CJK KR"/>
              </a:defRPr>
            </a:lvl4pPr>
            <a:lvl5pPr algn="l">
              <a:defRPr sz="900" b="0">
                <a:solidFill>
                  <a:srgbClr val="566879"/>
                </a:solidFill>
                <a:latin typeface="Noto Sans CJK KR"/>
                <a:ea typeface="Noto Sans CJK KR"/>
                <a:cs typeface="Noto Sans CJK KR"/>
              </a:defRPr>
            </a:lvl5pPr>
            <a:lvl6pPr algn="l">
              <a:defRPr sz="900" b="0">
                <a:solidFill>
                  <a:srgbClr val="566879"/>
                </a:solidFill>
                <a:latin typeface="Noto Sans CJK KR"/>
                <a:ea typeface="Noto Sans CJK KR"/>
                <a:cs typeface="Noto Sans CJK KR"/>
              </a:defRPr>
            </a:lvl6pPr>
            <a:lvl7pPr algn="l">
              <a:defRPr sz="900" b="0">
                <a:solidFill>
                  <a:srgbClr val="566879"/>
                </a:solidFill>
                <a:latin typeface="Noto Sans CJK KR"/>
                <a:ea typeface="Noto Sans CJK KR"/>
                <a:cs typeface="Noto Sans CJK KR"/>
              </a:defRPr>
            </a:lvl7pPr>
            <a:lvl8pPr algn="l">
              <a:defRPr sz="900" b="0">
                <a:solidFill>
                  <a:srgbClr val="566879"/>
                </a:solidFill>
                <a:latin typeface="Noto Sans CJK KR"/>
                <a:ea typeface="Noto Sans CJK KR"/>
                <a:cs typeface="Noto Sans CJK KR"/>
              </a:defRPr>
            </a:lvl8pPr>
            <a:lvl9pPr algn="l">
              <a:defRPr sz="900" b="0">
                <a:solidFill>
                  <a:srgbClr val="566879"/>
                </a:solidFill>
                <a:latin typeface="Noto Sans CJK KR"/>
                <a:ea typeface="Noto Sans CJK KR"/>
                <a:cs typeface="Noto Sans CJK KR"/>
              </a:defRPr>
            </a:lvl9pPr>
          </a:lstStyle>
          <a:p xmlns:a="http://schemas.openxmlformats.org/drawingml/2006/main">
            <a:pPr algn="l">
              <a:defRPr sz="900" b="0">
                <a:solidFill>
                  <a:srgbClr val="566879"/>
                </a:solidFill>
                <a:latin typeface="Noto Sans CJK KR"/>
                <a:ea typeface="Noto Sans CJK KR"/>
                <a:cs typeface="Noto Sans CJK KR"/>
              </a:defRPr>
            </a:pPr>
            <a:r>
              <a:rPr sz="900" b="0">
                <a:solidFill>
                  <a:srgbClr val="566879"/>
                </a:solidFill>
                <a:latin typeface="Noto Sans CJK KR"/>
                <a:ea typeface="Noto Sans CJK KR"/>
                <a:cs typeface="Noto Sans CJK KR"/>
              </a:rPr>
              <a:t>구현 범위 개념도 · 소스별 검색 조건과 대화 맥락을 반영</a:t>
            </a:r>
          </a:p>
        </p:txBody>
      </p:sp>
    </p:spTree>
    <p:extLst>
      <p:ext uri="{BB962C8B-B14F-4D97-AF65-F5344CB8AC3E}">
        <p14:creationId xmlns:p14="http://schemas.microsoft.com/office/powerpoint/2010/main" val="12952444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590257E7-914E-48F6-A6DD-D6A6C6971D69}"/>
              </a:ext>
            </a:extLst>
          </p:cNvPr>
          <p:cNvSpPr>
            <a:spLocks xmlns:a="http://schemas.openxmlformats.org/drawingml/2006/main"/>
          </p:cNvSpPr>
          <p:nvPr/>
        </p:nvSpPr>
        <p:spPr>
          <a:xfrm xmlns:a="http://schemas.openxmlformats.org/drawingml/2006/main">
            <a:off x="514350" y="361950"/>
            <a:ext cx="11163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550" b="1">
                <a:solidFill>
                  <a:srgbClr val="132D46"/>
                </a:solidFill>
                <a:latin typeface="Noto Sans CJK KR"/>
                <a:ea typeface="Noto Sans CJK KR"/>
                <a:cs typeface="Noto Sans CJK KR"/>
              </a:defRPr>
            </a:defPPr>
            <a:lvl1pPr algn="l">
              <a:defRPr sz="2550" b="1">
                <a:solidFill>
                  <a:srgbClr val="132D46"/>
                </a:solidFill>
                <a:latin typeface="Noto Sans CJK KR"/>
                <a:ea typeface="Noto Sans CJK KR"/>
                <a:cs typeface="Noto Sans CJK KR"/>
              </a:defRPr>
            </a:lvl1pPr>
            <a:lvl2pPr algn="l">
              <a:defRPr sz="2550" b="1">
                <a:solidFill>
                  <a:srgbClr val="132D46"/>
                </a:solidFill>
                <a:latin typeface="Noto Sans CJK KR"/>
                <a:ea typeface="Noto Sans CJK KR"/>
                <a:cs typeface="Noto Sans CJK KR"/>
              </a:defRPr>
            </a:lvl2pPr>
            <a:lvl3pPr algn="l">
              <a:defRPr sz="2550" b="1">
                <a:solidFill>
                  <a:srgbClr val="132D46"/>
                </a:solidFill>
                <a:latin typeface="Noto Sans CJK KR"/>
                <a:ea typeface="Noto Sans CJK KR"/>
                <a:cs typeface="Noto Sans CJK KR"/>
              </a:defRPr>
            </a:lvl3pPr>
            <a:lvl4pPr algn="l">
              <a:defRPr sz="2550" b="1">
                <a:solidFill>
                  <a:srgbClr val="132D46"/>
                </a:solidFill>
                <a:latin typeface="Noto Sans CJK KR"/>
                <a:ea typeface="Noto Sans CJK KR"/>
                <a:cs typeface="Noto Sans CJK KR"/>
              </a:defRPr>
            </a:lvl4pPr>
            <a:lvl5pPr algn="l">
              <a:defRPr sz="2550" b="1">
                <a:solidFill>
                  <a:srgbClr val="132D46"/>
                </a:solidFill>
                <a:latin typeface="Noto Sans CJK KR"/>
                <a:ea typeface="Noto Sans CJK KR"/>
                <a:cs typeface="Noto Sans CJK KR"/>
              </a:defRPr>
            </a:lvl5pPr>
            <a:lvl6pPr algn="l">
              <a:defRPr sz="2550" b="1">
                <a:solidFill>
                  <a:srgbClr val="132D46"/>
                </a:solidFill>
                <a:latin typeface="Noto Sans CJK KR"/>
                <a:ea typeface="Noto Sans CJK KR"/>
                <a:cs typeface="Noto Sans CJK KR"/>
              </a:defRPr>
            </a:lvl6pPr>
            <a:lvl7pPr algn="l">
              <a:defRPr sz="2550" b="1">
                <a:solidFill>
                  <a:srgbClr val="132D46"/>
                </a:solidFill>
                <a:latin typeface="Noto Sans CJK KR"/>
                <a:ea typeface="Noto Sans CJK KR"/>
                <a:cs typeface="Noto Sans CJK KR"/>
              </a:defRPr>
            </a:lvl7pPr>
            <a:lvl8pPr algn="l">
              <a:defRPr sz="2550" b="1">
                <a:solidFill>
                  <a:srgbClr val="132D46"/>
                </a:solidFill>
                <a:latin typeface="Noto Sans CJK KR"/>
                <a:ea typeface="Noto Sans CJK KR"/>
                <a:cs typeface="Noto Sans CJK KR"/>
              </a:defRPr>
            </a:lvl8pPr>
            <a:lvl9pPr algn="l">
              <a:defRPr sz="2550" b="1">
                <a:solidFill>
                  <a:srgbClr val="132D46"/>
                </a:solidFill>
                <a:latin typeface="Noto Sans CJK KR"/>
                <a:ea typeface="Noto Sans CJK KR"/>
                <a:cs typeface="Noto Sans CJK KR"/>
              </a:defRPr>
            </a:lvl9pPr>
          </a:lstStyle>
          <a:p xmlns:a="http://schemas.openxmlformats.org/drawingml/2006/main">
            <a:pPr algn="l">
              <a:defRPr sz="2550" b="1">
                <a:solidFill>
                  <a:srgbClr val="132D46"/>
                </a:solidFill>
                <a:latin typeface="Noto Sans CJK KR"/>
                <a:ea typeface="Noto Sans CJK KR"/>
                <a:cs typeface="Noto Sans CJK KR"/>
              </a:defRPr>
            </a:pPr>
            <a:r>
              <a:rPr sz="2550" b="1">
                <a:solidFill>
                  <a:srgbClr val="132D46"/>
                </a:solidFill>
                <a:latin typeface="Noto Sans CJK KR"/>
                <a:ea typeface="Noto Sans CJK KR"/>
                <a:cs typeface="Noto Sans CJK KR"/>
              </a:rPr>
              <a:t>Cube 챗봇 활용 예시와 업무 기여</a:t>
            </a:r>
          </a:p>
        </p:txBody>
      </p:sp>
      <p:sp>
        <p:nvSpPr>
          <p:cNvPr id="2" name="">
            <a:extLst xmlns:a="http://schemas.openxmlformats.org/drawingml/2006/main">
              <a:ext uri="{FF2B5EF4-FFF2-40B4-BE49-F238E27FC236}">
                <a16:creationId xmlns:a16="http://schemas.microsoft.com/office/drawing/2014/main" id="{DABC2A54-F5CA-4E8A-B010-76680A869BDA}"/>
              </a:ext>
            </a:extLst>
          </p:cNvPr>
          <p:cNvSpPr>
            <a:spLocks xmlns:a="http://schemas.openxmlformats.org/drawingml/2006/main"/>
          </p:cNvSpPr>
          <p:nvPr/>
        </p:nvSpPr>
        <p:spPr>
          <a:xfrm xmlns:a="http://schemas.openxmlformats.org/drawingml/2006/main">
            <a:off x="514350" y="742950"/>
            <a:ext cx="11163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566879"/>
                </a:solidFill>
                <a:latin typeface="Noto Sans CJK KR"/>
                <a:ea typeface="Noto Sans CJK KR"/>
                <a:cs typeface="Noto Sans CJK KR"/>
              </a:defRPr>
            </a:defPPr>
            <a:lvl1pPr algn="l">
              <a:defRPr sz="1425" b="0">
                <a:solidFill>
                  <a:srgbClr val="566879"/>
                </a:solidFill>
                <a:latin typeface="Noto Sans CJK KR"/>
                <a:ea typeface="Noto Sans CJK KR"/>
                <a:cs typeface="Noto Sans CJK KR"/>
              </a:defRPr>
            </a:lvl1pPr>
            <a:lvl2pPr algn="l">
              <a:defRPr sz="1425" b="0">
                <a:solidFill>
                  <a:srgbClr val="566879"/>
                </a:solidFill>
                <a:latin typeface="Noto Sans CJK KR"/>
                <a:ea typeface="Noto Sans CJK KR"/>
                <a:cs typeface="Noto Sans CJK KR"/>
              </a:defRPr>
            </a:lvl2pPr>
            <a:lvl3pPr algn="l">
              <a:defRPr sz="1425" b="0">
                <a:solidFill>
                  <a:srgbClr val="566879"/>
                </a:solidFill>
                <a:latin typeface="Noto Sans CJK KR"/>
                <a:ea typeface="Noto Sans CJK KR"/>
                <a:cs typeface="Noto Sans CJK KR"/>
              </a:defRPr>
            </a:lvl3pPr>
            <a:lvl4pPr algn="l">
              <a:defRPr sz="1425" b="0">
                <a:solidFill>
                  <a:srgbClr val="566879"/>
                </a:solidFill>
                <a:latin typeface="Noto Sans CJK KR"/>
                <a:ea typeface="Noto Sans CJK KR"/>
                <a:cs typeface="Noto Sans CJK KR"/>
              </a:defRPr>
            </a:lvl4pPr>
            <a:lvl5pPr algn="l">
              <a:defRPr sz="1425" b="0">
                <a:solidFill>
                  <a:srgbClr val="566879"/>
                </a:solidFill>
                <a:latin typeface="Noto Sans CJK KR"/>
                <a:ea typeface="Noto Sans CJK KR"/>
                <a:cs typeface="Noto Sans CJK KR"/>
              </a:defRPr>
            </a:lvl5pPr>
            <a:lvl6pPr algn="l">
              <a:defRPr sz="1425" b="0">
                <a:solidFill>
                  <a:srgbClr val="566879"/>
                </a:solidFill>
                <a:latin typeface="Noto Sans CJK KR"/>
                <a:ea typeface="Noto Sans CJK KR"/>
                <a:cs typeface="Noto Sans CJK KR"/>
              </a:defRPr>
            </a:lvl6pPr>
            <a:lvl7pPr algn="l">
              <a:defRPr sz="1425" b="0">
                <a:solidFill>
                  <a:srgbClr val="566879"/>
                </a:solidFill>
                <a:latin typeface="Noto Sans CJK KR"/>
                <a:ea typeface="Noto Sans CJK KR"/>
                <a:cs typeface="Noto Sans CJK KR"/>
              </a:defRPr>
            </a:lvl7pPr>
            <a:lvl8pPr algn="l">
              <a:defRPr sz="1425" b="0">
                <a:solidFill>
                  <a:srgbClr val="566879"/>
                </a:solidFill>
                <a:latin typeface="Noto Sans CJK KR"/>
                <a:ea typeface="Noto Sans CJK KR"/>
                <a:cs typeface="Noto Sans CJK KR"/>
              </a:defRPr>
            </a:lvl8pPr>
            <a:lvl9pPr algn="l">
              <a:defRPr sz="1425" b="0">
                <a:solidFill>
                  <a:srgbClr val="566879"/>
                </a:solidFill>
                <a:latin typeface="Noto Sans CJK KR"/>
                <a:ea typeface="Noto Sans CJK KR"/>
                <a:cs typeface="Noto Sans CJK KR"/>
              </a:defRPr>
            </a:lvl9pPr>
          </a:lstStyle>
          <a:p xmlns:a="http://schemas.openxmlformats.org/drawingml/2006/main">
            <a:pPr algn="l">
              <a:defRPr sz="1425" b="0">
                <a:solidFill>
                  <a:srgbClr val="566879"/>
                </a:solidFill>
                <a:latin typeface="Noto Sans CJK KR"/>
                <a:ea typeface="Noto Sans CJK KR"/>
                <a:cs typeface="Noto Sans CJK KR"/>
              </a:defRPr>
            </a:pPr>
            <a:r>
              <a:rPr sz="1425" b="0">
                <a:solidFill>
                  <a:srgbClr val="566879"/>
                </a:solidFill>
                <a:latin typeface="Noto Sans CJK KR"/>
                <a:ea typeface="Noto Sans CJK KR"/>
                <a:cs typeface="Noto Sans CJK KR"/>
              </a:rPr>
              <a:t>메일·일정 조회부터 후속 질문까지, 대화 흐름 안에서 업무정보 확인</a:t>
            </a:r>
          </a:p>
        </p:txBody>
      </p:sp>
      <p:sp>
        <p:nvSpPr>
          <p:cNvPr id="3" name="">
            <a:extLst xmlns:a="http://schemas.openxmlformats.org/drawingml/2006/main">
              <a:ext uri="{FF2B5EF4-FFF2-40B4-BE49-F238E27FC236}">
                <a16:creationId xmlns:a16="http://schemas.microsoft.com/office/drawing/2014/main" id="{30050A79-382B-442C-9F72-D15F93B95CAA}"/>
              </a:ext>
            </a:extLst>
          </p:cNvPr>
          <p:cNvSpPr>
            <a:spLocks xmlns:a="http://schemas.openxmlformats.org/drawingml/2006/main"/>
          </p:cNvSpPr>
          <p:nvPr/>
        </p:nvSpPr>
        <p:spPr>
          <a:xfrm xmlns:a="http://schemas.openxmlformats.org/drawingml/2006/main">
            <a:off x="1133475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900" b="0">
                <a:solidFill>
                  <a:srgbClr val="8C9AA8"/>
                </a:solidFill>
                <a:latin typeface="Noto Sans CJK KR"/>
                <a:ea typeface="Noto Sans CJK KR"/>
                <a:cs typeface="Noto Sans CJK KR"/>
              </a:defRPr>
            </a:defPPr>
            <a:lvl1pPr algn="r">
              <a:defRPr sz="900" b="0">
                <a:solidFill>
                  <a:srgbClr val="8C9AA8"/>
                </a:solidFill>
                <a:latin typeface="Noto Sans CJK KR"/>
                <a:ea typeface="Noto Sans CJK KR"/>
                <a:cs typeface="Noto Sans CJK KR"/>
              </a:defRPr>
            </a:lvl1pPr>
            <a:lvl2pPr algn="r">
              <a:defRPr sz="900" b="0">
                <a:solidFill>
                  <a:srgbClr val="8C9AA8"/>
                </a:solidFill>
                <a:latin typeface="Noto Sans CJK KR"/>
                <a:ea typeface="Noto Sans CJK KR"/>
                <a:cs typeface="Noto Sans CJK KR"/>
              </a:defRPr>
            </a:lvl2pPr>
            <a:lvl3pPr algn="r">
              <a:defRPr sz="900" b="0">
                <a:solidFill>
                  <a:srgbClr val="8C9AA8"/>
                </a:solidFill>
                <a:latin typeface="Noto Sans CJK KR"/>
                <a:ea typeface="Noto Sans CJK KR"/>
                <a:cs typeface="Noto Sans CJK KR"/>
              </a:defRPr>
            </a:lvl3pPr>
            <a:lvl4pPr algn="r">
              <a:defRPr sz="900" b="0">
                <a:solidFill>
                  <a:srgbClr val="8C9AA8"/>
                </a:solidFill>
                <a:latin typeface="Noto Sans CJK KR"/>
                <a:ea typeface="Noto Sans CJK KR"/>
                <a:cs typeface="Noto Sans CJK KR"/>
              </a:defRPr>
            </a:lvl4pPr>
            <a:lvl5pPr algn="r">
              <a:defRPr sz="900" b="0">
                <a:solidFill>
                  <a:srgbClr val="8C9AA8"/>
                </a:solidFill>
                <a:latin typeface="Noto Sans CJK KR"/>
                <a:ea typeface="Noto Sans CJK KR"/>
                <a:cs typeface="Noto Sans CJK KR"/>
              </a:defRPr>
            </a:lvl5pPr>
            <a:lvl6pPr algn="r">
              <a:defRPr sz="900" b="0">
                <a:solidFill>
                  <a:srgbClr val="8C9AA8"/>
                </a:solidFill>
                <a:latin typeface="Noto Sans CJK KR"/>
                <a:ea typeface="Noto Sans CJK KR"/>
                <a:cs typeface="Noto Sans CJK KR"/>
              </a:defRPr>
            </a:lvl6pPr>
            <a:lvl7pPr algn="r">
              <a:defRPr sz="900" b="0">
                <a:solidFill>
                  <a:srgbClr val="8C9AA8"/>
                </a:solidFill>
                <a:latin typeface="Noto Sans CJK KR"/>
                <a:ea typeface="Noto Sans CJK KR"/>
                <a:cs typeface="Noto Sans CJK KR"/>
              </a:defRPr>
            </a:lvl7pPr>
            <a:lvl8pPr algn="r">
              <a:defRPr sz="900" b="0">
                <a:solidFill>
                  <a:srgbClr val="8C9AA8"/>
                </a:solidFill>
                <a:latin typeface="Noto Sans CJK KR"/>
                <a:ea typeface="Noto Sans CJK KR"/>
                <a:cs typeface="Noto Sans CJK KR"/>
              </a:defRPr>
            </a:lvl8pPr>
            <a:lvl9pPr algn="r">
              <a:defRPr sz="900" b="0">
                <a:solidFill>
                  <a:srgbClr val="8C9AA8"/>
                </a:solidFill>
                <a:latin typeface="Noto Sans CJK KR"/>
                <a:ea typeface="Noto Sans CJK KR"/>
                <a:cs typeface="Noto Sans CJK KR"/>
              </a:defRPr>
            </a:lvl9pPr>
          </a:lstStyle>
          <a:p xmlns:a="http://schemas.openxmlformats.org/drawingml/2006/main">
            <a:pPr algn="r">
              <a:defRPr sz="900" b="0">
                <a:solidFill>
                  <a:srgbClr val="8C9AA8"/>
                </a:solidFill>
                <a:latin typeface="Noto Sans CJK KR"/>
                <a:ea typeface="Noto Sans CJK KR"/>
                <a:cs typeface="Noto Sans CJK KR"/>
              </a:defRPr>
            </a:pPr>
            <a:r>
              <a:rPr sz="900" b="0">
                <a:solidFill>
                  <a:srgbClr val="8C9AA8"/>
                </a:solidFill>
                <a:latin typeface="Noto Sans CJK KR"/>
                <a:ea typeface="Noto Sans CJK KR"/>
                <a:cs typeface="Noto Sans CJK KR"/>
              </a:rPr>
              <a:t>02</a:t>
            </a:r>
          </a:p>
        </p:txBody>
      </p:sp>
      <p:sp>
        <p:nvSpPr>
          <p:cNvPr id="4" name="">
            <a:extLst xmlns:a="http://schemas.openxmlformats.org/drawingml/2006/main">
              <a:ext uri="{FF2B5EF4-FFF2-40B4-BE49-F238E27FC236}">
                <a16:creationId xmlns:a16="http://schemas.microsoft.com/office/drawing/2014/main" id="{611530F7-AB20-432E-8B53-935B3A65643A}"/>
              </a:ext>
            </a:extLst>
          </p:cNvPr>
          <p:cNvSpPr>
            <a:spLocks xmlns:a="http://schemas.openxmlformats.org/drawingml/2006/main"/>
          </p:cNvSpPr>
          <p:nvPr/>
        </p:nvSpPr>
        <p:spPr>
          <a:xfrm xmlns:a="http://schemas.openxmlformats.org/drawingml/2006/main">
            <a:off x="514350" y="125730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1">
                <a:solidFill>
                  <a:srgbClr val="132D46"/>
                </a:solidFill>
                <a:latin typeface="Noto Sans CJK KR"/>
                <a:ea typeface="Noto Sans CJK KR"/>
                <a:cs typeface="Noto Sans CJK KR"/>
              </a:defRPr>
            </a:defPPr>
            <a:lvl1pPr algn="l">
              <a:defRPr sz="1725" b="1">
                <a:solidFill>
                  <a:srgbClr val="132D46"/>
                </a:solidFill>
                <a:latin typeface="Noto Sans CJK KR"/>
                <a:ea typeface="Noto Sans CJK KR"/>
                <a:cs typeface="Noto Sans CJK KR"/>
              </a:defRPr>
            </a:lvl1pPr>
            <a:lvl2pPr algn="l">
              <a:defRPr sz="1725" b="1">
                <a:solidFill>
                  <a:srgbClr val="132D46"/>
                </a:solidFill>
                <a:latin typeface="Noto Sans CJK KR"/>
                <a:ea typeface="Noto Sans CJK KR"/>
                <a:cs typeface="Noto Sans CJK KR"/>
              </a:defRPr>
            </a:lvl2pPr>
            <a:lvl3pPr algn="l">
              <a:defRPr sz="1725" b="1">
                <a:solidFill>
                  <a:srgbClr val="132D46"/>
                </a:solidFill>
                <a:latin typeface="Noto Sans CJK KR"/>
                <a:ea typeface="Noto Sans CJK KR"/>
                <a:cs typeface="Noto Sans CJK KR"/>
              </a:defRPr>
            </a:lvl3pPr>
            <a:lvl4pPr algn="l">
              <a:defRPr sz="1725" b="1">
                <a:solidFill>
                  <a:srgbClr val="132D46"/>
                </a:solidFill>
                <a:latin typeface="Noto Sans CJK KR"/>
                <a:ea typeface="Noto Sans CJK KR"/>
                <a:cs typeface="Noto Sans CJK KR"/>
              </a:defRPr>
            </a:lvl4pPr>
            <a:lvl5pPr algn="l">
              <a:defRPr sz="1725" b="1">
                <a:solidFill>
                  <a:srgbClr val="132D46"/>
                </a:solidFill>
                <a:latin typeface="Noto Sans CJK KR"/>
                <a:ea typeface="Noto Sans CJK KR"/>
                <a:cs typeface="Noto Sans CJK KR"/>
              </a:defRPr>
            </a:lvl5pPr>
            <a:lvl6pPr algn="l">
              <a:defRPr sz="1725" b="1">
                <a:solidFill>
                  <a:srgbClr val="132D46"/>
                </a:solidFill>
                <a:latin typeface="Noto Sans CJK KR"/>
                <a:ea typeface="Noto Sans CJK KR"/>
                <a:cs typeface="Noto Sans CJK KR"/>
              </a:defRPr>
            </a:lvl6pPr>
            <a:lvl7pPr algn="l">
              <a:defRPr sz="1725" b="1">
                <a:solidFill>
                  <a:srgbClr val="132D46"/>
                </a:solidFill>
                <a:latin typeface="Noto Sans CJK KR"/>
                <a:ea typeface="Noto Sans CJK KR"/>
                <a:cs typeface="Noto Sans CJK KR"/>
              </a:defRPr>
            </a:lvl7pPr>
            <a:lvl8pPr algn="l">
              <a:defRPr sz="1725" b="1">
                <a:solidFill>
                  <a:srgbClr val="132D46"/>
                </a:solidFill>
                <a:latin typeface="Noto Sans CJK KR"/>
                <a:ea typeface="Noto Sans CJK KR"/>
                <a:cs typeface="Noto Sans CJK KR"/>
              </a:defRPr>
            </a:lvl8pPr>
            <a:lvl9pPr algn="l">
              <a:defRPr sz="1725" b="1">
                <a:solidFill>
                  <a:srgbClr val="132D46"/>
                </a:solidFill>
                <a:latin typeface="Noto Sans CJK KR"/>
                <a:ea typeface="Noto Sans CJK KR"/>
                <a:cs typeface="Noto Sans CJK KR"/>
              </a:defRPr>
            </a:lvl9pPr>
          </a:lstStyle>
          <a:p xmlns:a="http://schemas.openxmlformats.org/drawingml/2006/main">
            <a:pPr algn="l">
              <a:defRPr sz="1725" b="1">
                <a:solidFill>
                  <a:srgbClr val="132D46"/>
                </a:solidFill>
                <a:latin typeface="Noto Sans CJK KR"/>
                <a:ea typeface="Noto Sans CJK KR"/>
                <a:cs typeface="Noto Sans CJK KR"/>
              </a:defRPr>
            </a:pPr>
            <a:r>
              <a:rPr sz="1725" b="1">
                <a:solidFill>
                  <a:srgbClr val="132D46"/>
                </a:solidFill>
                <a:latin typeface="Noto Sans CJK KR"/>
                <a:ea typeface="Noto Sans CJK KR"/>
                <a:cs typeface="Noto Sans CJK KR"/>
              </a:rPr>
              <a:t>대화형 업무정보 조회</a:t>
            </a:r>
          </a:p>
        </p:txBody>
      </p:sp>
      <p:sp>
        <p:nvSpPr>
          <p:cNvPr id="5" name="">
            <a:extLst xmlns:a="http://schemas.openxmlformats.org/drawingml/2006/main">
              <a:ext uri="{FF2B5EF4-FFF2-40B4-BE49-F238E27FC236}">
                <a16:creationId xmlns:a16="http://schemas.microsoft.com/office/drawing/2014/main" id="{AA51D2BD-AD6D-4DF4-8E46-817704AC7FE8}"/>
              </a:ext>
            </a:extLst>
          </p:cNvPr>
          <p:cNvSpPr>
            <a:spLocks xmlns:a="http://schemas.openxmlformats.org/drawingml/2006/main"/>
          </p:cNvSpPr>
          <p:nvPr/>
        </p:nvSpPr>
        <p:spPr>
          <a:xfrm xmlns:a="http://schemas.openxmlformats.org/drawingml/2006/main">
            <a:off x="8858250" y="1257300"/>
            <a:ext cx="281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1">
                <a:solidFill>
                  <a:srgbClr val="1C7B79"/>
                </a:solidFill>
                <a:latin typeface="Noto Sans CJK KR"/>
                <a:ea typeface="Noto Sans CJK KR"/>
                <a:cs typeface="Noto Sans CJK KR"/>
              </a:defRPr>
            </a:defPPr>
            <a:lvl1pPr algn="l">
              <a:defRPr sz="1725" b="1">
                <a:solidFill>
                  <a:srgbClr val="1C7B79"/>
                </a:solidFill>
                <a:latin typeface="Noto Sans CJK KR"/>
                <a:ea typeface="Noto Sans CJK KR"/>
                <a:cs typeface="Noto Sans CJK KR"/>
              </a:defRPr>
            </a:lvl1pPr>
            <a:lvl2pPr algn="l">
              <a:defRPr sz="1725" b="1">
                <a:solidFill>
                  <a:srgbClr val="1C7B79"/>
                </a:solidFill>
                <a:latin typeface="Noto Sans CJK KR"/>
                <a:ea typeface="Noto Sans CJK KR"/>
                <a:cs typeface="Noto Sans CJK KR"/>
              </a:defRPr>
            </a:lvl2pPr>
            <a:lvl3pPr algn="l">
              <a:defRPr sz="1725" b="1">
                <a:solidFill>
                  <a:srgbClr val="1C7B79"/>
                </a:solidFill>
                <a:latin typeface="Noto Sans CJK KR"/>
                <a:ea typeface="Noto Sans CJK KR"/>
                <a:cs typeface="Noto Sans CJK KR"/>
              </a:defRPr>
            </a:lvl3pPr>
            <a:lvl4pPr algn="l">
              <a:defRPr sz="1725" b="1">
                <a:solidFill>
                  <a:srgbClr val="1C7B79"/>
                </a:solidFill>
                <a:latin typeface="Noto Sans CJK KR"/>
                <a:ea typeface="Noto Sans CJK KR"/>
                <a:cs typeface="Noto Sans CJK KR"/>
              </a:defRPr>
            </a:lvl4pPr>
            <a:lvl5pPr algn="l">
              <a:defRPr sz="1725" b="1">
                <a:solidFill>
                  <a:srgbClr val="1C7B79"/>
                </a:solidFill>
                <a:latin typeface="Noto Sans CJK KR"/>
                <a:ea typeface="Noto Sans CJK KR"/>
                <a:cs typeface="Noto Sans CJK KR"/>
              </a:defRPr>
            </a:lvl5pPr>
            <a:lvl6pPr algn="l">
              <a:defRPr sz="1725" b="1">
                <a:solidFill>
                  <a:srgbClr val="1C7B79"/>
                </a:solidFill>
                <a:latin typeface="Noto Sans CJK KR"/>
                <a:ea typeface="Noto Sans CJK KR"/>
                <a:cs typeface="Noto Sans CJK KR"/>
              </a:defRPr>
            </a:lvl6pPr>
            <a:lvl7pPr algn="l">
              <a:defRPr sz="1725" b="1">
                <a:solidFill>
                  <a:srgbClr val="1C7B79"/>
                </a:solidFill>
                <a:latin typeface="Noto Sans CJK KR"/>
                <a:ea typeface="Noto Sans CJK KR"/>
                <a:cs typeface="Noto Sans CJK KR"/>
              </a:defRPr>
            </a:lvl7pPr>
            <a:lvl8pPr algn="l">
              <a:defRPr sz="1725" b="1">
                <a:solidFill>
                  <a:srgbClr val="1C7B79"/>
                </a:solidFill>
                <a:latin typeface="Noto Sans CJK KR"/>
                <a:ea typeface="Noto Sans CJK KR"/>
                <a:cs typeface="Noto Sans CJK KR"/>
              </a:defRPr>
            </a:lvl8pPr>
            <a:lvl9pPr algn="l">
              <a:defRPr sz="1725" b="1">
                <a:solidFill>
                  <a:srgbClr val="1C7B79"/>
                </a:solidFill>
                <a:latin typeface="Noto Sans CJK KR"/>
                <a:ea typeface="Noto Sans CJK KR"/>
                <a:cs typeface="Noto Sans CJK KR"/>
              </a:defRPr>
            </a:lvl9pPr>
          </a:lstStyle>
          <a:p xmlns:a="http://schemas.openxmlformats.org/drawingml/2006/main">
            <a:pPr algn="l">
              <a:defRPr sz="1725" b="1">
                <a:solidFill>
                  <a:srgbClr val="1C7B79"/>
                </a:solidFill>
                <a:latin typeface="Noto Sans CJK KR"/>
                <a:ea typeface="Noto Sans CJK KR"/>
                <a:cs typeface="Noto Sans CJK KR"/>
              </a:defRPr>
            </a:pPr>
            <a:r>
              <a:rPr sz="1725" b="1">
                <a:solidFill>
                  <a:srgbClr val="1C7B79"/>
                </a:solidFill>
                <a:latin typeface="Noto Sans CJK KR"/>
                <a:ea typeface="Noto Sans CJK KR"/>
                <a:cs typeface="Noto Sans CJK KR"/>
              </a:rPr>
              <a:t>업무 활용</a:t>
            </a:r>
          </a:p>
        </p:txBody>
      </p:sp>
      <p:sp>
        <p:nvSpPr>
          <p:cNvPr id="6" name="">
            <a:extLst xmlns:a="http://schemas.openxmlformats.org/drawingml/2006/main">
              <a:ext uri="{FF2B5EF4-FFF2-40B4-BE49-F238E27FC236}">
                <a16:creationId xmlns:a16="http://schemas.microsoft.com/office/drawing/2014/main" id="{00064707-2F59-49DB-A797-442FD834D908}"/>
              </a:ext>
            </a:extLst>
          </p:cNvPr>
          <p:cNvSpPr>
            <a:spLocks xmlns:a="http://schemas.openxmlformats.org/drawingml/2006/main"/>
          </p:cNvSpPr>
          <p:nvPr/>
        </p:nvSpPr>
        <p:spPr>
          <a:xfrm xmlns:a="http://schemas.openxmlformats.org/drawingml/2006/main">
            <a:off x="514350" y="1885950"/>
            <a:ext cx="51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1C7B79"/>
                </a:solidFill>
                <a:latin typeface="Noto Sans CJK KR"/>
                <a:ea typeface="Noto Sans CJK KR"/>
                <a:cs typeface="Noto Sans CJK KR"/>
              </a:defRPr>
            </a:defPPr>
            <a:lvl1pPr algn="l">
              <a:defRPr sz="2025" b="1">
                <a:solidFill>
                  <a:srgbClr val="1C7B79"/>
                </a:solidFill>
                <a:latin typeface="Noto Sans CJK KR"/>
                <a:ea typeface="Noto Sans CJK KR"/>
                <a:cs typeface="Noto Sans CJK KR"/>
              </a:defRPr>
            </a:lvl1pPr>
            <a:lvl2pPr algn="l">
              <a:defRPr sz="2025" b="1">
                <a:solidFill>
                  <a:srgbClr val="1C7B79"/>
                </a:solidFill>
                <a:latin typeface="Noto Sans CJK KR"/>
                <a:ea typeface="Noto Sans CJK KR"/>
                <a:cs typeface="Noto Sans CJK KR"/>
              </a:defRPr>
            </a:lvl2pPr>
            <a:lvl3pPr algn="l">
              <a:defRPr sz="2025" b="1">
                <a:solidFill>
                  <a:srgbClr val="1C7B79"/>
                </a:solidFill>
                <a:latin typeface="Noto Sans CJK KR"/>
                <a:ea typeface="Noto Sans CJK KR"/>
                <a:cs typeface="Noto Sans CJK KR"/>
              </a:defRPr>
            </a:lvl3pPr>
            <a:lvl4pPr algn="l">
              <a:defRPr sz="2025" b="1">
                <a:solidFill>
                  <a:srgbClr val="1C7B79"/>
                </a:solidFill>
                <a:latin typeface="Noto Sans CJK KR"/>
                <a:ea typeface="Noto Sans CJK KR"/>
                <a:cs typeface="Noto Sans CJK KR"/>
              </a:defRPr>
            </a:lvl4pPr>
            <a:lvl5pPr algn="l">
              <a:defRPr sz="2025" b="1">
                <a:solidFill>
                  <a:srgbClr val="1C7B79"/>
                </a:solidFill>
                <a:latin typeface="Noto Sans CJK KR"/>
                <a:ea typeface="Noto Sans CJK KR"/>
                <a:cs typeface="Noto Sans CJK KR"/>
              </a:defRPr>
            </a:lvl5pPr>
            <a:lvl6pPr algn="l">
              <a:defRPr sz="2025" b="1">
                <a:solidFill>
                  <a:srgbClr val="1C7B79"/>
                </a:solidFill>
                <a:latin typeface="Noto Sans CJK KR"/>
                <a:ea typeface="Noto Sans CJK KR"/>
                <a:cs typeface="Noto Sans CJK KR"/>
              </a:defRPr>
            </a:lvl6pPr>
            <a:lvl7pPr algn="l">
              <a:defRPr sz="2025" b="1">
                <a:solidFill>
                  <a:srgbClr val="1C7B79"/>
                </a:solidFill>
                <a:latin typeface="Noto Sans CJK KR"/>
                <a:ea typeface="Noto Sans CJK KR"/>
                <a:cs typeface="Noto Sans CJK KR"/>
              </a:defRPr>
            </a:lvl7pPr>
            <a:lvl8pPr algn="l">
              <a:defRPr sz="2025" b="1">
                <a:solidFill>
                  <a:srgbClr val="1C7B79"/>
                </a:solidFill>
                <a:latin typeface="Noto Sans CJK KR"/>
                <a:ea typeface="Noto Sans CJK KR"/>
                <a:cs typeface="Noto Sans CJK KR"/>
              </a:defRPr>
            </a:lvl8pPr>
            <a:lvl9pPr algn="l">
              <a:defRPr sz="2025" b="1">
                <a:solidFill>
                  <a:srgbClr val="1C7B79"/>
                </a:solidFill>
                <a:latin typeface="Noto Sans CJK KR"/>
                <a:ea typeface="Noto Sans CJK KR"/>
                <a:cs typeface="Noto Sans CJK KR"/>
              </a:defRPr>
            </a:lvl9pPr>
          </a:lstStyle>
          <a:p xmlns:a="http://schemas.openxmlformats.org/drawingml/2006/main">
            <a:pPr algn="l">
              <a:defRPr sz="2025" b="1">
                <a:solidFill>
                  <a:srgbClr val="1C7B79"/>
                </a:solidFill>
                <a:latin typeface="Noto Sans CJK KR"/>
                <a:ea typeface="Noto Sans CJK KR"/>
                <a:cs typeface="Noto Sans CJK KR"/>
              </a:defRPr>
            </a:pPr>
            <a:r>
              <a:rPr sz="2025" b="1">
                <a:solidFill>
                  <a:srgbClr val="1C7B79"/>
                </a:solidFill>
                <a:latin typeface="Noto Sans CJK KR"/>
                <a:ea typeface="Noto Sans CJK KR"/>
                <a:cs typeface="Noto Sans CJK KR"/>
              </a:rPr>
              <a:t>01</a:t>
            </a:r>
          </a:p>
        </p:txBody>
      </p:sp>
      <p:sp>
        <p:nvSpPr>
          <p:cNvPr id="7" name="">
            <a:extLst xmlns:a="http://schemas.openxmlformats.org/drawingml/2006/main">
              <a:ext uri="{FF2B5EF4-FFF2-40B4-BE49-F238E27FC236}">
                <a16:creationId xmlns:a16="http://schemas.microsoft.com/office/drawing/2014/main" id="{143A3ADE-8F98-4E1A-94AA-10C670B53C55}"/>
              </a:ext>
            </a:extLst>
          </p:cNvPr>
          <p:cNvSpPr>
            <a:spLocks xmlns:a="http://schemas.openxmlformats.org/drawingml/2006/main"/>
          </p:cNvSpPr>
          <p:nvPr/>
        </p:nvSpPr>
        <p:spPr>
          <a:xfrm xmlns:a="http://schemas.openxmlformats.org/drawingml/2006/main">
            <a:off x="1152525" y="1809750"/>
            <a:ext cx="7000875" cy="457200"/>
          </a:xfrm>
          <a:prstGeom xmlns:a="http://schemas.openxmlformats.org/drawingml/2006/main" prst="roundRect">
            <a:avLst>
              <a:gd name="adj" fmla="val 8333"/>
            </a:avLst>
          </a:prstGeom>
          <a:solidFill xmlns:a="http://schemas.openxmlformats.org/drawingml/2006/main">
            <a:srgbClr val="F5F7F8"/>
          </a:solidFill>
          <a:ln xmlns:a="http://schemas.openxmlformats.org/drawingml/2006/main" w="11430">
            <a:solidFill>
              <a:srgbClr val="D6E1E7"/>
            </a:solidFill>
          </a:ln>
        </p:spPr>
      </p:sp>
      <p:sp>
        <p:nvSpPr>
          <p:cNvPr id="8" name="">
            <a:extLst xmlns:a="http://schemas.openxmlformats.org/drawingml/2006/main">
              <a:ext uri="{FF2B5EF4-FFF2-40B4-BE49-F238E27FC236}">
                <a16:creationId xmlns:a16="http://schemas.microsoft.com/office/drawing/2014/main" id="{B0AFCAF2-164A-467D-BEFD-349A934A366F}"/>
              </a:ext>
            </a:extLst>
          </p:cNvPr>
          <p:cNvSpPr>
            <a:spLocks xmlns:a="http://schemas.openxmlformats.org/drawingml/2006/main"/>
          </p:cNvSpPr>
          <p:nvPr/>
        </p:nvSpPr>
        <p:spPr>
          <a:xfrm xmlns:a="http://schemas.openxmlformats.org/drawingml/2006/main">
            <a:off x="1304925" y="18764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1">
                <a:solidFill>
                  <a:srgbClr val="566879"/>
                </a:solidFill>
                <a:latin typeface="Noto Sans CJK KR"/>
                <a:ea typeface="Noto Sans CJK KR"/>
                <a:cs typeface="Noto Sans CJK KR"/>
              </a:defRPr>
            </a:defPPr>
            <a:lvl1pPr algn="l">
              <a:defRPr sz="1275" b="1">
                <a:solidFill>
                  <a:srgbClr val="566879"/>
                </a:solidFill>
                <a:latin typeface="Noto Sans CJK KR"/>
                <a:ea typeface="Noto Sans CJK KR"/>
                <a:cs typeface="Noto Sans CJK KR"/>
              </a:defRPr>
            </a:lvl1pPr>
            <a:lvl2pPr algn="l">
              <a:defRPr sz="1275" b="1">
                <a:solidFill>
                  <a:srgbClr val="566879"/>
                </a:solidFill>
                <a:latin typeface="Noto Sans CJK KR"/>
                <a:ea typeface="Noto Sans CJK KR"/>
                <a:cs typeface="Noto Sans CJK KR"/>
              </a:defRPr>
            </a:lvl2pPr>
            <a:lvl3pPr algn="l">
              <a:defRPr sz="1275" b="1">
                <a:solidFill>
                  <a:srgbClr val="566879"/>
                </a:solidFill>
                <a:latin typeface="Noto Sans CJK KR"/>
                <a:ea typeface="Noto Sans CJK KR"/>
                <a:cs typeface="Noto Sans CJK KR"/>
              </a:defRPr>
            </a:lvl3pPr>
            <a:lvl4pPr algn="l">
              <a:defRPr sz="1275" b="1">
                <a:solidFill>
                  <a:srgbClr val="566879"/>
                </a:solidFill>
                <a:latin typeface="Noto Sans CJK KR"/>
                <a:ea typeface="Noto Sans CJK KR"/>
                <a:cs typeface="Noto Sans CJK KR"/>
              </a:defRPr>
            </a:lvl4pPr>
            <a:lvl5pPr algn="l">
              <a:defRPr sz="1275" b="1">
                <a:solidFill>
                  <a:srgbClr val="566879"/>
                </a:solidFill>
                <a:latin typeface="Noto Sans CJK KR"/>
                <a:ea typeface="Noto Sans CJK KR"/>
                <a:cs typeface="Noto Sans CJK KR"/>
              </a:defRPr>
            </a:lvl5pPr>
            <a:lvl6pPr algn="l">
              <a:defRPr sz="1275" b="1">
                <a:solidFill>
                  <a:srgbClr val="566879"/>
                </a:solidFill>
                <a:latin typeface="Noto Sans CJK KR"/>
                <a:ea typeface="Noto Sans CJK KR"/>
                <a:cs typeface="Noto Sans CJK KR"/>
              </a:defRPr>
            </a:lvl6pPr>
            <a:lvl7pPr algn="l">
              <a:defRPr sz="1275" b="1">
                <a:solidFill>
                  <a:srgbClr val="566879"/>
                </a:solidFill>
                <a:latin typeface="Noto Sans CJK KR"/>
                <a:ea typeface="Noto Sans CJK KR"/>
                <a:cs typeface="Noto Sans CJK KR"/>
              </a:defRPr>
            </a:lvl7pPr>
            <a:lvl8pPr algn="l">
              <a:defRPr sz="1275" b="1">
                <a:solidFill>
                  <a:srgbClr val="566879"/>
                </a:solidFill>
                <a:latin typeface="Noto Sans CJK KR"/>
                <a:ea typeface="Noto Sans CJK KR"/>
                <a:cs typeface="Noto Sans CJK KR"/>
              </a:defRPr>
            </a:lvl8pPr>
            <a:lvl9pPr algn="l">
              <a:defRPr sz="1275" b="1">
                <a:solidFill>
                  <a:srgbClr val="566879"/>
                </a:solidFill>
                <a:latin typeface="Noto Sans CJK KR"/>
                <a:ea typeface="Noto Sans CJK KR"/>
                <a:cs typeface="Noto Sans CJK KR"/>
              </a:defRPr>
            </a:lvl9pPr>
          </a:lstStyle>
          <a:p xmlns:a="http://schemas.openxmlformats.org/drawingml/2006/main">
            <a:pPr algn="l">
              <a:defRPr sz="1275" b="1">
                <a:solidFill>
                  <a:srgbClr val="566879"/>
                </a:solidFill>
                <a:latin typeface="Noto Sans CJK KR"/>
                <a:ea typeface="Noto Sans CJK KR"/>
                <a:cs typeface="Noto Sans CJK KR"/>
              </a:defRPr>
            </a:pPr>
            <a:r>
              <a:rPr sz="1275" b="1">
                <a:solidFill>
                  <a:srgbClr val="566879"/>
                </a:solidFill>
                <a:latin typeface="Noto Sans CJK KR"/>
                <a:ea typeface="Noto Sans CJK KR"/>
                <a:cs typeface="Noto Sans CJK KR"/>
              </a:rPr>
              <a:t>질문</a:t>
            </a:r>
          </a:p>
        </p:txBody>
      </p:sp>
      <p:sp>
        <p:nvSpPr>
          <p:cNvPr id="9" name="">
            <a:extLst xmlns:a="http://schemas.openxmlformats.org/drawingml/2006/main">
              <a:ext uri="{FF2B5EF4-FFF2-40B4-BE49-F238E27FC236}">
                <a16:creationId xmlns:a16="http://schemas.microsoft.com/office/drawing/2014/main" id="{811FF591-DAC5-4E01-BA42-CBE15E53A3B8}"/>
              </a:ext>
            </a:extLst>
          </p:cNvPr>
          <p:cNvSpPr>
            <a:spLocks xmlns:a="http://schemas.openxmlformats.org/drawingml/2006/main"/>
          </p:cNvSpPr>
          <p:nvPr/>
        </p:nvSpPr>
        <p:spPr>
          <a:xfrm xmlns:a="http://schemas.openxmlformats.org/drawingml/2006/main">
            <a:off x="1943100" y="1876425"/>
            <a:ext cx="600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1">
                <a:solidFill>
                  <a:srgbClr val="132D46"/>
                </a:solidFill>
                <a:latin typeface="Noto Sans CJK KR"/>
                <a:ea typeface="Noto Sans CJK KR"/>
                <a:cs typeface="Noto Sans CJK KR"/>
              </a:defRPr>
            </a:defPPr>
            <a:lvl1pPr algn="l">
              <a:defRPr sz="1575" b="1">
                <a:solidFill>
                  <a:srgbClr val="132D46"/>
                </a:solidFill>
                <a:latin typeface="Noto Sans CJK KR"/>
                <a:ea typeface="Noto Sans CJK KR"/>
                <a:cs typeface="Noto Sans CJK KR"/>
              </a:defRPr>
            </a:lvl1pPr>
            <a:lvl2pPr algn="l">
              <a:defRPr sz="1575" b="1">
                <a:solidFill>
                  <a:srgbClr val="132D46"/>
                </a:solidFill>
                <a:latin typeface="Noto Sans CJK KR"/>
                <a:ea typeface="Noto Sans CJK KR"/>
                <a:cs typeface="Noto Sans CJK KR"/>
              </a:defRPr>
            </a:lvl2pPr>
            <a:lvl3pPr algn="l">
              <a:defRPr sz="1575" b="1">
                <a:solidFill>
                  <a:srgbClr val="132D46"/>
                </a:solidFill>
                <a:latin typeface="Noto Sans CJK KR"/>
                <a:ea typeface="Noto Sans CJK KR"/>
                <a:cs typeface="Noto Sans CJK KR"/>
              </a:defRPr>
            </a:lvl3pPr>
            <a:lvl4pPr algn="l">
              <a:defRPr sz="1575" b="1">
                <a:solidFill>
                  <a:srgbClr val="132D46"/>
                </a:solidFill>
                <a:latin typeface="Noto Sans CJK KR"/>
                <a:ea typeface="Noto Sans CJK KR"/>
                <a:cs typeface="Noto Sans CJK KR"/>
              </a:defRPr>
            </a:lvl4pPr>
            <a:lvl5pPr algn="l">
              <a:defRPr sz="1575" b="1">
                <a:solidFill>
                  <a:srgbClr val="132D46"/>
                </a:solidFill>
                <a:latin typeface="Noto Sans CJK KR"/>
                <a:ea typeface="Noto Sans CJK KR"/>
                <a:cs typeface="Noto Sans CJK KR"/>
              </a:defRPr>
            </a:lvl5pPr>
            <a:lvl6pPr algn="l">
              <a:defRPr sz="1575" b="1">
                <a:solidFill>
                  <a:srgbClr val="132D46"/>
                </a:solidFill>
                <a:latin typeface="Noto Sans CJK KR"/>
                <a:ea typeface="Noto Sans CJK KR"/>
                <a:cs typeface="Noto Sans CJK KR"/>
              </a:defRPr>
            </a:lvl6pPr>
            <a:lvl7pPr algn="l">
              <a:defRPr sz="1575" b="1">
                <a:solidFill>
                  <a:srgbClr val="132D46"/>
                </a:solidFill>
                <a:latin typeface="Noto Sans CJK KR"/>
                <a:ea typeface="Noto Sans CJK KR"/>
                <a:cs typeface="Noto Sans CJK KR"/>
              </a:defRPr>
            </a:lvl7pPr>
            <a:lvl8pPr algn="l">
              <a:defRPr sz="1575" b="1">
                <a:solidFill>
                  <a:srgbClr val="132D46"/>
                </a:solidFill>
                <a:latin typeface="Noto Sans CJK KR"/>
                <a:ea typeface="Noto Sans CJK KR"/>
                <a:cs typeface="Noto Sans CJK KR"/>
              </a:defRPr>
            </a:lvl8pPr>
            <a:lvl9pPr algn="l">
              <a:defRPr sz="1575" b="1">
                <a:solidFill>
                  <a:srgbClr val="132D46"/>
                </a:solidFill>
                <a:latin typeface="Noto Sans CJK KR"/>
                <a:ea typeface="Noto Sans CJK KR"/>
                <a:cs typeface="Noto Sans CJK KR"/>
              </a:defRPr>
            </a:lvl9pPr>
          </a:lstStyle>
          <a:p xmlns:a="http://schemas.openxmlformats.org/drawingml/2006/main">
            <a:pPr algn="l">
              <a:defRPr sz="1575" b="1">
                <a:solidFill>
                  <a:srgbClr val="132D46"/>
                </a:solidFill>
                <a:latin typeface="Noto Sans CJK KR"/>
                <a:ea typeface="Noto Sans CJK KR"/>
                <a:cs typeface="Noto Sans CJK KR"/>
              </a:defRPr>
            </a:pPr>
            <a:r>
              <a:rPr sz="1575" b="1">
                <a:solidFill>
                  <a:srgbClr val="132D46"/>
                </a:solidFill>
                <a:latin typeface="Noto Sans CJK KR"/>
                <a:ea typeface="Noto Sans CJK KR"/>
                <a:cs typeface="Noto Sans CJK KR"/>
              </a:rPr>
              <a:t>이번 주 회의 일정 알려줘</a:t>
            </a:r>
          </a:p>
        </p:txBody>
      </p:sp>
      <p:sp>
        <p:nvSpPr>
          <p:cNvPr id="10" name="">
            <a:extLst xmlns:a="http://schemas.openxmlformats.org/drawingml/2006/main">
              <a:ext uri="{FF2B5EF4-FFF2-40B4-BE49-F238E27FC236}">
                <a16:creationId xmlns:a16="http://schemas.microsoft.com/office/drawing/2014/main" id="{646E87CA-B698-413C-AB2C-197EB2FE3E2A}"/>
              </a:ext>
            </a:extLst>
          </p:cNvPr>
          <p:cNvSpPr>
            <a:spLocks xmlns:a="http://schemas.openxmlformats.org/drawingml/2006/main"/>
          </p:cNvSpPr>
          <p:nvPr/>
        </p:nvSpPr>
        <p:spPr>
          <a:xfrm xmlns:a="http://schemas.openxmlformats.org/drawingml/2006/main">
            <a:off x="1485900" y="2343150"/>
            <a:ext cx="6667500" cy="466725"/>
          </a:xfrm>
          <a:prstGeom xmlns:a="http://schemas.openxmlformats.org/drawingml/2006/main" prst="roundRect">
            <a:avLst>
              <a:gd name="adj" fmla="val 8163"/>
            </a:avLst>
          </a:prstGeom>
          <a:solidFill xmlns:a="http://schemas.openxmlformats.org/drawingml/2006/main">
            <a:srgbClr val="EBF5F4"/>
          </a:solidFill>
          <a:ln xmlns:a="http://schemas.openxmlformats.org/drawingml/2006/main" w="11430">
            <a:solidFill>
              <a:srgbClr val="D6E1E7"/>
            </a:solidFill>
          </a:ln>
        </p:spPr>
      </p:sp>
      <p:sp>
        <p:nvSpPr>
          <p:cNvPr id="11" name="">
            <a:extLst xmlns:a="http://schemas.openxmlformats.org/drawingml/2006/main">
              <a:ext uri="{FF2B5EF4-FFF2-40B4-BE49-F238E27FC236}">
                <a16:creationId xmlns:a16="http://schemas.microsoft.com/office/drawing/2014/main" id="{8C666E37-CBC0-45DE-B50A-BAF6F5290ABE}"/>
              </a:ext>
            </a:extLst>
          </p:cNvPr>
          <p:cNvSpPr>
            <a:spLocks xmlns:a="http://schemas.openxmlformats.org/drawingml/2006/main"/>
          </p:cNvSpPr>
          <p:nvPr/>
        </p:nvSpPr>
        <p:spPr>
          <a:xfrm xmlns:a="http://schemas.openxmlformats.org/drawingml/2006/main">
            <a:off x="1638300" y="24288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1">
                <a:solidFill>
                  <a:srgbClr val="1C7B79"/>
                </a:solidFill>
                <a:latin typeface="Noto Sans CJK KR"/>
                <a:ea typeface="Noto Sans CJK KR"/>
                <a:cs typeface="Noto Sans CJK KR"/>
              </a:defRPr>
            </a:defPPr>
            <a:lvl1pPr algn="l">
              <a:defRPr sz="1275" b="1">
                <a:solidFill>
                  <a:srgbClr val="1C7B79"/>
                </a:solidFill>
                <a:latin typeface="Noto Sans CJK KR"/>
                <a:ea typeface="Noto Sans CJK KR"/>
                <a:cs typeface="Noto Sans CJK KR"/>
              </a:defRPr>
            </a:lvl1pPr>
            <a:lvl2pPr algn="l">
              <a:defRPr sz="1275" b="1">
                <a:solidFill>
                  <a:srgbClr val="1C7B79"/>
                </a:solidFill>
                <a:latin typeface="Noto Sans CJK KR"/>
                <a:ea typeface="Noto Sans CJK KR"/>
                <a:cs typeface="Noto Sans CJK KR"/>
              </a:defRPr>
            </a:lvl2pPr>
            <a:lvl3pPr algn="l">
              <a:defRPr sz="1275" b="1">
                <a:solidFill>
                  <a:srgbClr val="1C7B79"/>
                </a:solidFill>
                <a:latin typeface="Noto Sans CJK KR"/>
                <a:ea typeface="Noto Sans CJK KR"/>
                <a:cs typeface="Noto Sans CJK KR"/>
              </a:defRPr>
            </a:lvl3pPr>
            <a:lvl4pPr algn="l">
              <a:defRPr sz="1275" b="1">
                <a:solidFill>
                  <a:srgbClr val="1C7B79"/>
                </a:solidFill>
                <a:latin typeface="Noto Sans CJK KR"/>
                <a:ea typeface="Noto Sans CJK KR"/>
                <a:cs typeface="Noto Sans CJK KR"/>
              </a:defRPr>
            </a:lvl4pPr>
            <a:lvl5pPr algn="l">
              <a:defRPr sz="1275" b="1">
                <a:solidFill>
                  <a:srgbClr val="1C7B79"/>
                </a:solidFill>
                <a:latin typeface="Noto Sans CJK KR"/>
                <a:ea typeface="Noto Sans CJK KR"/>
                <a:cs typeface="Noto Sans CJK KR"/>
              </a:defRPr>
            </a:lvl5pPr>
            <a:lvl6pPr algn="l">
              <a:defRPr sz="1275" b="1">
                <a:solidFill>
                  <a:srgbClr val="1C7B79"/>
                </a:solidFill>
                <a:latin typeface="Noto Sans CJK KR"/>
                <a:ea typeface="Noto Sans CJK KR"/>
                <a:cs typeface="Noto Sans CJK KR"/>
              </a:defRPr>
            </a:lvl6pPr>
            <a:lvl7pPr algn="l">
              <a:defRPr sz="1275" b="1">
                <a:solidFill>
                  <a:srgbClr val="1C7B79"/>
                </a:solidFill>
                <a:latin typeface="Noto Sans CJK KR"/>
                <a:ea typeface="Noto Sans CJK KR"/>
                <a:cs typeface="Noto Sans CJK KR"/>
              </a:defRPr>
            </a:lvl7pPr>
            <a:lvl8pPr algn="l">
              <a:defRPr sz="1275" b="1">
                <a:solidFill>
                  <a:srgbClr val="1C7B79"/>
                </a:solidFill>
                <a:latin typeface="Noto Sans CJK KR"/>
                <a:ea typeface="Noto Sans CJK KR"/>
                <a:cs typeface="Noto Sans CJK KR"/>
              </a:defRPr>
            </a:lvl8pPr>
            <a:lvl9pPr algn="l">
              <a:defRPr sz="1275" b="1">
                <a:solidFill>
                  <a:srgbClr val="1C7B79"/>
                </a:solidFill>
                <a:latin typeface="Noto Sans CJK KR"/>
                <a:ea typeface="Noto Sans CJK KR"/>
                <a:cs typeface="Noto Sans CJK KR"/>
              </a:defRPr>
            </a:lvl9pPr>
          </a:lstStyle>
          <a:p xmlns:a="http://schemas.openxmlformats.org/drawingml/2006/main">
            <a:pPr algn="l">
              <a:defRPr sz="1275" b="1">
                <a:solidFill>
                  <a:srgbClr val="1C7B79"/>
                </a:solidFill>
                <a:latin typeface="Noto Sans CJK KR"/>
                <a:ea typeface="Noto Sans CJK KR"/>
                <a:cs typeface="Noto Sans CJK KR"/>
              </a:defRPr>
            </a:pPr>
            <a:r>
              <a:rPr sz="1275" b="1">
                <a:solidFill>
                  <a:srgbClr val="1C7B79"/>
                </a:solidFill>
                <a:latin typeface="Noto Sans CJK KR"/>
                <a:ea typeface="Noto Sans CJK KR"/>
                <a:cs typeface="Noto Sans CJK KR"/>
              </a:rPr>
              <a:t>Cube</a:t>
            </a:r>
          </a:p>
        </p:txBody>
      </p:sp>
      <p:sp>
        <p:nvSpPr>
          <p:cNvPr id="12" name="">
            <a:extLst xmlns:a="http://schemas.openxmlformats.org/drawingml/2006/main">
              <a:ext uri="{FF2B5EF4-FFF2-40B4-BE49-F238E27FC236}">
                <a16:creationId xmlns:a16="http://schemas.microsoft.com/office/drawing/2014/main" id="{F78D93F5-F984-4FFB-8E46-671DEDF76556}"/>
              </a:ext>
            </a:extLst>
          </p:cNvPr>
          <p:cNvSpPr>
            <a:spLocks xmlns:a="http://schemas.openxmlformats.org/drawingml/2006/main"/>
          </p:cNvSpPr>
          <p:nvPr/>
        </p:nvSpPr>
        <p:spPr>
          <a:xfrm xmlns:a="http://schemas.openxmlformats.org/drawingml/2006/main">
            <a:off x="2362200" y="2428875"/>
            <a:ext cx="5648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132D46"/>
                </a:solidFill>
                <a:latin typeface="Noto Sans CJK KR"/>
                <a:ea typeface="Noto Sans CJK KR"/>
                <a:cs typeface="Noto Sans CJK KR"/>
              </a:defRPr>
            </a:defPPr>
            <a:lvl1pPr algn="l">
              <a:defRPr sz="1425" b="0">
                <a:solidFill>
                  <a:srgbClr val="132D46"/>
                </a:solidFill>
                <a:latin typeface="Noto Sans CJK KR"/>
                <a:ea typeface="Noto Sans CJK KR"/>
                <a:cs typeface="Noto Sans CJK KR"/>
              </a:defRPr>
            </a:lvl1pPr>
            <a:lvl2pPr algn="l">
              <a:defRPr sz="1425" b="0">
                <a:solidFill>
                  <a:srgbClr val="132D46"/>
                </a:solidFill>
                <a:latin typeface="Noto Sans CJK KR"/>
                <a:ea typeface="Noto Sans CJK KR"/>
                <a:cs typeface="Noto Sans CJK KR"/>
              </a:defRPr>
            </a:lvl2pPr>
            <a:lvl3pPr algn="l">
              <a:defRPr sz="1425" b="0">
                <a:solidFill>
                  <a:srgbClr val="132D46"/>
                </a:solidFill>
                <a:latin typeface="Noto Sans CJK KR"/>
                <a:ea typeface="Noto Sans CJK KR"/>
                <a:cs typeface="Noto Sans CJK KR"/>
              </a:defRPr>
            </a:lvl3pPr>
            <a:lvl4pPr algn="l">
              <a:defRPr sz="1425" b="0">
                <a:solidFill>
                  <a:srgbClr val="132D46"/>
                </a:solidFill>
                <a:latin typeface="Noto Sans CJK KR"/>
                <a:ea typeface="Noto Sans CJK KR"/>
                <a:cs typeface="Noto Sans CJK KR"/>
              </a:defRPr>
            </a:lvl4pPr>
            <a:lvl5pPr algn="l">
              <a:defRPr sz="1425" b="0">
                <a:solidFill>
                  <a:srgbClr val="132D46"/>
                </a:solidFill>
                <a:latin typeface="Noto Sans CJK KR"/>
                <a:ea typeface="Noto Sans CJK KR"/>
                <a:cs typeface="Noto Sans CJK KR"/>
              </a:defRPr>
            </a:lvl5pPr>
            <a:lvl6pPr algn="l">
              <a:defRPr sz="1425" b="0">
                <a:solidFill>
                  <a:srgbClr val="132D46"/>
                </a:solidFill>
                <a:latin typeface="Noto Sans CJK KR"/>
                <a:ea typeface="Noto Sans CJK KR"/>
                <a:cs typeface="Noto Sans CJK KR"/>
              </a:defRPr>
            </a:lvl6pPr>
            <a:lvl7pPr algn="l">
              <a:defRPr sz="1425" b="0">
                <a:solidFill>
                  <a:srgbClr val="132D46"/>
                </a:solidFill>
                <a:latin typeface="Noto Sans CJK KR"/>
                <a:ea typeface="Noto Sans CJK KR"/>
                <a:cs typeface="Noto Sans CJK KR"/>
              </a:defRPr>
            </a:lvl7pPr>
            <a:lvl8pPr algn="l">
              <a:defRPr sz="1425" b="0">
                <a:solidFill>
                  <a:srgbClr val="132D46"/>
                </a:solidFill>
                <a:latin typeface="Noto Sans CJK KR"/>
                <a:ea typeface="Noto Sans CJK KR"/>
                <a:cs typeface="Noto Sans CJK KR"/>
              </a:defRPr>
            </a:lvl8pPr>
            <a:lvl9pPr algn="l">
              <a:defRPr sz="1425" b="0">
                <a:solidFill>
                  <a:srgbClr val="132D46"/>
                </a:solidFill>
                <a:latin typeface="Noto Sans CJK KR"/>
                <a:ea typeface="Noto Sans CJK KR"/>
                <a:cs typeface="Noto Sans CJK KR"/>
              </a:defRPr>
            </a:lvl9pPr>
          </a:lstStyle>
          <a:p xmlns:a="http://schemas.openxmlformats.org/drawingml/2006/main">
            <a:pPr algn="l">
              <a:defRPr sz="1425" b="0">
                <a:solidFill>
                  <a:srgbClr val="132D46"/>
                </a:solidFill>
                <a:latin typeface="Noto Sans CJK KR"/>
                <a:ea typeface="Noto Sans CJK KR"/>
                <a:cs typeface="Noto Sans CJK KR"/>
              </a:defRPr>
            </a:pPr>
            <a:r>
              <a:rPr sz="1425" b="0">
                <a:solidFill>
                  <a:srgbClr val="132D46"/>
                </a:solidFill>
                <a:latin typeface="Noto Sans CJK KR"/>
                <a:ea typeface="Noto Sans CJK KR"/>
                <a:cs typeface="Noto Sans CJK KR"/>
              </a:rPr>
              <a:t>일시·참석자·장소를 정리해요</a:t>
            </a:r>
          </a:p>
        </p:txBody>
      </p:sp>
      <p:pic>
        <p:nvPicPr>
          <p:cNvPr id="13" name="">
            <a:extLst xmlns:a="http://schemas.openxmlformats.org/drawingml/2006/main">
              <a:ext uri="{FF2B5EF4-FFF2-40B4-BE49-F238E27FC236}">
                <a16:creationId xmlns:a16="http://schemas.microsoft.com/office/drawing/2014/main" id="{31B2942A-F560-4F3B-B6DD-A02C330D3B7A}"/>
              </a:ext>
            </a:extLst>
          </p:cNvPr>
          <p:cNvPicPr>
            <a:picLocks xmlns:a="http://schemas.openxmlformats.org/drawingml/2006/main" noChangeAspect="1"/>
          </p:cNvPicPr>
          <p:nvPr/>
        </p:nvPicPr>
        <p:blipFill>
          <a:blip xmlns:r="http://schemas.openxmlformats.org/officeDocument/2006/relationships" xmlns:a="http://schemas.openxmlformats.org/drawingml/2006/main" r:embed="R083e2ea899a84449"/>
          <a:srcRect xmlns:a="http://schemas.openxmlformats.org/drawingml/2006/main" l="2632" t="55898" r="85347" b="23698"/>
          <a:stretch xmlns:a="http://schemas.openxmlformats.org/drawingml/2006/main"/>
        </p:blipFill>
        <p:spPr>
          <a:xfrm xmlns:a="http://schemas.openxmlformats.org/drawingml/2006/main">
            <a:off x="8858250" y="1885950"/>
            <a:ext cx="609600" cy="5905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C4E9827C-5B5E-4B3F-AD84-C9BFB8E07235}"/>
              </a:ext>
            </a:extLst>
          </p:cNvPr>
          <p:cNvSpPr>
            <a:spLocks xmlns:a="http://schemas.openxmlformats.org/drawingml/2006/main"/>
          </p:cNvSpPr>
          <p:nvPr/>
        </p:nvSpPr>
        <p:spPr>
          <a:xfrm xmlns:a="http://schemas.openxmlformats.org/drawingml/2006/main">
            <a:off x="9601200" y="1866900"/>
            <a:ext cx="2076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1">
                <a:solidFill>
                  <a:srgbClr val="1C7B79"/>
                </a:solidFill>
                <a:latin typeface="Noto Sans CJK KR"/>
                <a:ea typeface="Noto Sans CJK KR"/>
                <a:cs typeface="Noto Sans CJK KR"/>
              </a:defRPr>
            </a:defPPr>
            <a:lvl1pPr algn="l">
              <a:defRPr sz="1575" b="1">
                <a:solidFill>
                  <a:srgbClr val="1C7B79"/>
                </a:solidFill>
                <a:latin typeface="Noto Sans CJK KR"/>
                <a:ea typeface="Noto Sans CJK KR"/>
                <a:cs typeface="Noto Sans CJK KR"/>
              </a:defRPr>
            </a:lvl1pPr>
            <a:lvl2pPr algn="l">
              <a:defRPr sz="1575" b="1">
                <a:solidFill>
                  <a:srgbClr val="1C7B79"/>
                </a:solidFill>
                <a:latin typeface="Noto Sans CJK KR"/>
                <a:ea typeface="Noto Sans CJK KR"/>
                <a:cs typeface="Noto Sans CJK KR"/>
              </a:defRPr>
            </a:lvl2pPr>
            <a:lvl3pPr algn="l">
              <a:defRPr sz="1575" b="1">
                <a:solidFill>
                  <a:srgbClr val="1C7B79"/>
                </a:solidFill>
                <a:latin typeface="Noto Sans CJK KR"/>
                <a:ea typeface="Noto Sans CJK KR"/>
                <a:cs typeface="Noto Sans CJK KR"/>
              </a:defRPr>
            </a:lvl3pPr>
            <a:lvl4pPr algn="l">
              <a:defRPr sz="1575" b="1">
                <a:solidFill>
                  <a:srgbClr val="1C7B79"/>
                </a:solidFill>
                <a:latin typeface="Noto Sans CJK KR"/>
                <a:ea typeface="Noto Sans CJK KR"/>
                <a:cs typeface="Noto Sans CJK KR"/>
              </a:defRPr>
            </a:lvl4pPr>
            <a:lvl5pPr algn="l">
              <a:defRPr sz="1575" b="1">
                <a:solidFill>
                  <a:srgbClr val="1C7B79"/>
                </a:solidFill>
                <a:latin typeface="Noto Sans CJK KR"/>
                <a:ea typeface="Noto Sans CJK KR"/>
                <a:cs typeface="Noto Sans CJK KR"/>
              </a:defRPr>
            </a:lvl5pPr>
            <a:lvl6pPr algn="l">
              <a:defRPr sz="1575" b="1">
                <a:solidFill>
                  <a:srgbClr val="1C7B79"/>
                </a:solidFill>
                <a:latin typeface="Noto Sans CJK KR"/>
                <a:ea typeface="Noto Sans CJK KR"/>
                <a:cs typeface="Noto Sans CJK KR"/>
              </a:defRPr>
            </a:lvl6pPr>
            <a:lvl7pPr algn="l">
              <a:defRPr sz="1575" b="1">
                <a:solidFill>
                  <a:srgbClr val="1C7B79"/>
                </a:solidFill>
                <a:latin typeface="Noto Sans CJK KR"/>
                <a:ea typeface="Noto Sans CJK KR"/>
                <a:cs typeface="Noto Sans CJK KR"/>
              </a:defRPr>
            </a:lvl7pPr>
            <a:lvl8pPr algn="l">
              <a:defRPr sz="1575" b="1">
                <a:solidFill>
                  <a:srgbClr val="1C7B79"/>
                </a:solidFill>
                <a:latin typeface="Noto Sans CJK KR"/>
                <a:ea typeface="Noto Sans CJK KR"/>
                <a:cs typeface="Noto Sans CJK KR"/>
              </a:defRPr>
            </a:lvl8pPr>
            <a:lvl9pPr algn="l">
              <a:defRPr sz="1575" b="1">
                <a:solidFill>
                  <a:srgbClr val="1C7B79"/>
                </a:solidFill>
                <a:latin typeface="Noto Sans CJK KR"/>
                <a:ea typeface="Noto Sans CJK KR"/>
                <a:cs typeface="Noto Sans CJK KR"/>
              </a:defRPr>
            </a:lvl9pPr>
          </a:lstStyle>
          <a:p xmlns:a="http://schemas.openxmlformats.org/drawingml/2006/main">
            <a:pPr algn="l">
              <a:defRPr sz="1575" b="1">
                <a:solidFill>
                  <a:srgbClr val="1C7B79"/>
                </a:solidFill>
                <a:latin typeface="Noto Sans CJK KR"/>
                <a:ea typeface="Noto Sans CJK KR"/>
                <a:cs typeface="Noto Sans CJK KR"/>
              </a:defRPr>
            </a:pPr>
            <a:r>
              <a:rPr sz="1575" b="1">
                <a:solidFill>
                  <a:srgbClr val="1C7B79"/>
                </a:solidFill>
                <a:latin typeface="Noto Sans CJK KR"/>
                <a:ea typeface="Noto Sans CJK KR"/>
                <a:cs typeface="Noto Sans CJK KR"/>
              </a:rPr>
              <a:t>회의 준비 지원</a:t>
            </a:r>
          </a:p>
        </p:txBody>
      </p:sp>
      <p:sp>
        <p:nvSpPr>
          <p:cNvPr id="15" name="">
            <a:extLst xmlns:a="http://schemas.openxmlformats.org/drawingml/2006/main">
              <a:ext uri="{FF2B5EF4-FFF2-40B4-BE49-F238E27FC236}">
                <a16:creationId xmlns:a16="http://schemas.microsoft.com/office/drawing/2014/main" id="{F192B053-1B50-45C8-AEA8-D2F6B9693067}"/>
              </a:ext>
            </a:extLst>
          </p:cNvPr>
          <p:cNvSpPr>
            <a:spLocks xmlns:a="http://schemas.openxmlformats.org/drawingml/2006/main"/>
          </p:cNvSpPr>
          <p:nvPr/>
        </p:nvSpPr>
        <p:spPr>
          <a:xfrm xmlns:a="http://schemas.openxmlformats.org/drawingml/2006/main">
            <a:off x="9601200" y="2286000"/>
            <a:ext cx="2076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350" b="0">
                <a:solidFill>
                  <a:srgbClr val="566879"/>
                </a:solidFill>
                <a:latin typeface="Noto Sans CJK KR"/>
                <a:ea typeface="Noto Sans CJK KR"/>
                <a:cs typeface="Noto Sans CJK KR"/>
              </a:defRPr>
            </a:defPPr>
            <a:lvl1pPr algn="l">
              <a:defRPr sz="1350" b="0">
                <a:solidFill>
                  <a:srgbClr val="566879"/>
                </a:solidFill>
                <a:latin typeface="Noto Sans CJK KR"/>
                <a:ea typeface="Noto Sans CJK KR"/>
                <a:cs typeface="Noto Sans CJK KR"/>
              </a:defRPr>
            </a:lvl1pPr>
            <a:lvl2pPr algn="l">
              <a:defRPr sz="1350" b="0">
                <a:solidFill>
                  <a:srgbClr val="566879"/>
                </a:solidFill>
                <a:latin typeface="Noto Sans CJK KR"/>
                <a:ea typeface="Noto Sans CJK KR"/>
                <a:cs typeface="Noto Sans CJK KR"/>
              </a:defRPr>
            </a:lvl2pPr>
            <a:lvl3pPr algn="l">
              <a:defRPr sz="1350" b="0">
                <a:solidFill>
                  <a:srgbClr val="566879"/>
                </a:solidFill>
                <a:latin typeface="Noto Sans CJK KR"/>
                <a:ea typeface="Noto Sans CJK KR"/>
                <a:cs typeface="Noto Sans CJK KR"/>
              </a:defRPr>
            </a:lvl3pPr>
            <a:lvl4pPr algn="l">
              <a:defRPr sz="1350" b="0">
                <a:solidFill>
                  <a:srgbClr val="566879"/>
                </a:solidFill>
                <a:latin typeface="Noto Sans CJK KR"/>
                <a:ea typeface="Noto Sans CJK KR"/>
                <a:cs typeface="Noto Sans CJK KR"/>
              </a:defRPr>
            </a:lvl4pPr>
            <a:lvl5pPr algn="l">
              <a:defRPr sz="1350" b="0">
                <a:solidFill>
                  <a:srgbClr val="566879"/>
                </a:solidFill>
                <a:latin typeface="Noto Sans CJK KR"/>
                <a:ea typeface="Noto Sans CJK KR"/>
                <a:cs typeface="Noto Sans CJK KR"/>
              </a:defRPr>
            </a:lvl5pPr>
            <a:lvl6pPr algn="l">
              <a:defRPr sz="1350" b="0">
                <a:solidFill>
                  <a:srgbClr val="566879"/>
                </a:solidFill>
                <a:latin typeface="Noto Sans CJK KR"/>
                <a:ea typeface="Noto Sans CJK KR"/>
                <a:cs typeface="Noto Sans CJK KR"/>
              </a:defRPr>
            </a:lvl6pPr>
            <a:lvl7pPr algn="l">
              <a:defRPr sz="1350" b="0">
                <a:solidFill>
                  <a:srgbClr val="566879"/>
                </a:solidFill>
                <a:latin typeface="Noto Sans CJK KR"/>
                <a:ea typeface="Noto Sans CJK KR"/>
                <a:cs typeface="Noto Sans CJK KR"/>
              </a:defRPr>
            </a:lvl7pPr>
            <a:lvl8pPr algn="l">
              <a:defRPr sz="1350" b="0">
                <a:solidFill>
                  <a:srgbClr val="566879"/>
                </a:solidFill>
                <a:latin typeface="Noto Sans CJK KR"/>
                <a:ea typeface="Noto Sans CJK KR"/>
                <a:cs typeface="Noto Sans CJK KR"/>
              </a:defRPr>
            </a:lvl8pPr>
            <a:lvl9pPr algn="l">
              <a:defRPr sz="1350" b="0">
                <a:solidFill>
                  <a:srgbClr val="566879"/>
                </a:solidFill>
                <a:latin typeface="Noto Sans CJK KR"/>
                <a:ea typeface="Noto Sans CJK KR"/>
                <a:cs typeface="Noto Sans CJK KR"/>
              </a:defRPr>
            </a:lvl9pPr>
          </a:lstStyle>
          <a:p xmlns:a="http://schemas.openxmlformats.org/drawingml/2006/main">
            <a:pPr algn="l">
              <a:defRPr sz="1350" b="0">
                <a:solidFill>
                  <a:srgbClr val="566879"/>
                </a:solidFill>
                <a:latin typeface="Noto Sans CJK KR"/>
                <a:ea typeface="Noto Sans CJK KR"/>
                <a:cs typeface="Noto Sans CJK KR"/>
              </a:defRPr>
            </a:pPr>
            <a:r>
              <a:rPr sz="1350" b="0">
                <a:solidFill>
                  <a:srgbClr val="566879"/>
                </a:solidFill>
                <a:latin typeface="Noto Sans CJK KR"/>
                <a:ea typeface="Noto Sans CJK KR"/>
                <a:cs typeface="Noto Sans CJK KR"/>
              </a:rPr>
              <a:t>일정과 관련 자료를</a:t>
            </a:r>
          </a:p>
          <a:p xmlns:a="http://schemas.openxmlformats.org/drawingml/2006/main">
            <a:pPr algn="l">
              <a:defRPr sz="1350" b="0">
                <a:solidFill>
                  <a:srgbClr val="566879"/>
                </a:solidFill>
                <a:latin typeface="Noto Sans CJK KR"/>
                <a:ea typeface="Noto Sans CJK KR"/>
                <a:cs typeface="Noto Sans CJK KR"/>
              </a:defRPr>
            </a:pPr>
            <a:r>
              <a:rPr sz="1350" b="0">
                <a:solidFill>
                  <a:srgbClr val="566879"/>
                </a:solidFill>
                <a:latin typeface="Noto Sans CJK KR"/>
                <a:ea typeface="Noto Sans CJK KR"/>
                <a:cs typeface="Noto Sans CJK KR"/>
              </a:rPr>
              <a:t>함께 확인</a:t>
            </a:r>
          </a:p>
        </p:txBody>
      </p:sp>
      <p:sp>
        <p:nvSpPr>
          <p:cNvPr id="16" name="">
            <a:extLst xmlns:a="http://schemas.openxmlformats.org/drawingml/2006/main">
              <a:ext uri="{FF2B5EF4-FFF2-40B4-BE49-F238E27FC236}">
                <a16:creationId xmlns:a16="http://schemas.microsoft.com/office/drawing/2014/main" id="{E707FCB9-04CD-4EE3-8803-C2FC80C26F84}"/>
              </a:ext>
            </a:extLst>
          </p:cNvPr>
          <p:cNvSpPr>
            <a:spLocks xmlns:a="http://schemas.openxmlformats.org/drawingml/2006/main"/>
          </p:cNvSpPr>
          <p:nvPr/>
        </p:nvSpPr>
        <p:spPr>
          <a:xfrm xmlns:a="http://schemas.openxmlformats.org/drawingml/2006/main">
            <a:off x="514350" y="3124200"/>
            <a:ext cx="51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1C7B79"/>
                </a:solidFill>
                <a:latin typeface="Noto Sans CJK KR"/>
                <a:ea typeface="Noto Sans CJK KR"/>
                <a:cs typeface="Noto Sans CJK KR"/>
              </a:defRPr>
            </a:defPPr>
            <a:lvl1pPr algn="l">
              <a:defRPr sz="2025" b="1">
                <a:solidFill>
                  <a:srgbClr val="1C7B79"/>
                </a:solidFill>
                <a:latin typeface="Noto Sans CJK KR"/>
                <a:ea typeface="Noto Sans CJK KR"/>
                <a:cs typeface="Noto Sans CJK KR"/>
              </a:defRPr>
            </a:lvl1pPr>
            <a:lvl2pPr algn="l">
              <a:defRPr sz="2025" b="1">
                <a:solidFill>
                  <a:srgbClr val="1C7B79"/>
                </a:solidFill>
                <a:latin typeface="Noto Sans CJK KR"/>
                <a:ea typeface="Noto Sans CJK KR"/>
                <a:cs typeface="Noto Sans CJK KR"/>
              </a:defRPr>
            </a:lvl2pPr>
            <a:lvl3pPr algn="l">
              <a:defRPr sz="2025" b="1">
                <a:solidFill>
                  <a:srgbClr val="1C7B79"/>
                </a:solidFill>
                <a:latin typeface="Noto Sans CJK KR"/>
                <a:ea typeface="Noto Sans CJK KR"/>
                <a:cs typeface="Noto Sans CJK KR"/>
              </a:defRPr>
            </a:lvl3pPr>
            <a:lvl4pPr algn="l">
              <a:defRPr sz="2025" b="1">
                <a:solidFill>
                  <a:srgbClr val="1C7B79"/>
                </a:solidFill>
                <a:latin typeface="Noto Sans CJK KR"/>
                <a:ea typeface="Noto Sans CJK KR"/>
                <a:cs typeface="Noto Sans CJK KR"/>
              </a:defRPr>
            </a:lvl4pPr>
            <a:lvl5pPr algn="l">
              <a:defRPr sz="2025" b="1">
                <a:solidFill>
                  <a:srgbClr val="1C7B79"/>
                </a:solidFill>
                <a:latin typeface="Noto Sans CJK KR"/>
                <a:ea typeface="Noto Sans CJK KR"/>
                <a:cs typeface="Noto Sans CJK KR"/>
              </a:defRPr>
            </a:lvl5pPr>
            <a:lvl6pPr algn="l">
              <a:defRPr sz="2025" b="1">
                <a:solidFill>
                  <a:srgbClr val="1C7B79"/>
                </a:solidFill>
                <a:latin typeface="Noto Sans CJK KR"/>
                <a:ea typeface="Noto Sans CJK KR"/>
                <a:cs typeface="Noto Sans CJK KR"/>
              </a:defRPr>
            </a:lvl6pPr>
            <a:lvl7pPr algn="l">
              <a:defRPr sz="2025" b="1">
                <a:solidFill>
                  <a:srgbClr val="1C7B79"/>
                </a:solidFill>
                <a:latin typeface="Noto Sans CJK KR"/>
                <a:ea typeface="Noto Sans CJK KR"/>
                <a:cs typeface="Noto Sans CJK KR"/>
              </a:defRPr>
            </a:lvl7pPr>
            <a:lvl8pPr algn="l">
              <a:defRPr sz="2025" b="1">
                <a:solidFill>
                  <a:srgbClr val="1C7B79"/>
                </a:solidFill>
                <a:latin typeface="Noto Sans CJK KR"/>
                <a:ea typeface="Noto Sans CJK KR"/>
                <a:cs typeface="Noto Sans CJK KR"/>
              </a:defRPr>
            </a:lvl8pPr>
            <a:lvl9pPr algn="l">
              <a:defRPr sz="2025" b="1">
                <a:solidFill>
                  <a:srgbClr val="1C7B79"/>
                </a:solidFill>
                <a:latin typeface="Noto Sans CJK KR"/>
                <a:ea typeface="Noto Sans CJK KR"/>
                <a:cs typeface="Noto Sans CJK KR"/>
              </a:defRPr>
            </a:lvl9pPr>
          </a:lstStyle>
          <a:p xmlns:a="http://schemas.openxmlformats.org/drawingml/2006/main">
            <a:pPr algn="l">
              <a:defRPr sz="2025" b="1">
                <a:solidFill>
                  <a:srgbClr val="1C7B79"/>
                </a:solidFill>
                <a:latin typeface="Noto Sans CJK KR"/>
                <a:ea typeface="Noto Sans CJK KR"/>
                <a:cs typeface="Noto Sans CJK KR"/>
              </a:defRPr>
            </a:pPr>
            <a:r>
              <a:rPr sz="2025" b="1">
                <a:solidFill>
                  <a:srgbClr val="1C7B79"/>
                </a:solidFill>
                <a:latin typeface="Noto Sans CJK KR"/>
                <a:ea typeface="Noto Sans CJK KR"/>
                <a:cs typeface="Noto Sans CJK KR"/>
              </a:rPr>
              <a:t>02</a:t>
            </a:r>
          </a:p>
        </p:txBody>
      </p:sp>
      <p:sp>
        <p:nvSpPr>
          <p:cNvPr id="17" name="">
            <a:extLst xmlns:a="http://schemas.openxmlformats.org/drawingml/2006/main">
              <a:ext uri="{FF2B5EF4-FFF2-40B4-BE49-F238E27FC236}">
                <a16:creationId xmlns:a16="http://schemas.microsoft.com/office/drawing/2014/main" id="{B23E83C3-1274-490C-8211-00875276DF04}"/>
              </a:ext>
            </a:extLst>
          </p:cNvPr>
          <p:cNvSpPr>
            <a:spLocks xmlns:a="http://schemas.openxmlformats.org/drawingml/2006/main"/>
          </p:cNvSpPr>
          <p:nvPr/>
        </p:nvSpPr>
        <p:spPr>
          <a:xfrm xmlns:a="http://schemas.openxmlformats.org/drawingml/2006/main">
            <a:off x="1152525" y="3048000"/>
            <a:ext cx="7000875" cy="457200"/>
          </a:xfrm>
          <a:prstGeom xmlns:a="http://schemas.openxmlformats.org/drawingml/2006/main" prst="roundRect">
            <a:avLst>
              <a:gd name="adj" fmla="val 8333"/>
            </a:avLst>
          </a:prstGeom>
          <a:solidFill xmlns:a="http://schemas.openxmlformats.org/drawingml/2006/main">
            <a:srgbClr val="F5F7F8"/>
          </a:solidFill>
          <a:ln xmlns:a="http://schemas.openxmlformats.org/drawingml/2006/main" w="11430">
            <a:solidFill>
              <a:srgbClr val="D6E1E7"/>
            </a:solidFill>
          </a:ln>
        </p:spPr>
      </p:sp>
      <p:sp>
        <p:nvSpPr>
          <p:cNvPr id="18" name="">
            <a:extLst xmlns:a="http://schemas.openxmlformats.org/drawingml/2006/main">
              <a:ext uri="{FF2B5EF4-FFF2-40B4-BE49-F238E27FC236}">
                <a16:creationId xmlns:a16="http://schemas.microsoft.com/office/drawing/2014/main" id="{27581D53-2853-4292-B577-16C2E5AF51D7}"/>
              </a:ext>
            </a:extLst>
          </p:cNvPr>
          <p:cNvSpPr>
            <a:spLocks xmlns:a="http://schemas.openxmlformats.org/drawingml/2006/main"/>
          </p:cNvSpPr>
          <p:nvPr/>
        </p:nvSpPr>
        <p:spPr>
          <a:xfrm xmlns:a="http://schemas.openxmlformats.org/drawingml/2006/main">
            <a:off x="1304925" y="311467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1">
                <a:solidFill>
                  <a:srgbClr val="566879"/>
                </a:solidFill>
                <a:latin typeface="Noto Sans CJK KR"/>
                <a:ea typeface="Noto Sans CJK KR"/>
                <a:cs typeface="Noto Sans CJK KR"/>
              </a:defRPr>
            </a:defPPr>
            <a:lvl1pPr algn="l">
              <a:defRPr sz="1275" b="1">
                <a:solidFill>
                  <a:srgbClr val="566879"/>
                </a:solidFill>
                <a:latin typeface="Noto Sans CJK KR"/>
                <a:ea typeface="Noto Sans CJK KR"/>
                <a:cs typeface="Noto Sans CJK KR"/>
              </a:defRPr>
            </a:lvl1pPr>
            <a:lvl2pPr algn="l">
              <a:defRPr sz="1275" b="1">
                <a:solidFill>
                  <a:srgbClr val="566879"/>
                </a:solidFill>
                <a:latin typeface="Noto Sans CJK KR"/>
                <a:ea typeface="Noto Sans CJK KR"/>
                <a:cs typeface="Noto Sans CJK KR"/>
              </a:defRPr>
            </a:lvl2pPr>
            <a:lvl3pPr algn="l">
              <a:defRPr sz="1275" b="1">
                <a:solidFill>
                  <a:srgbClr val="566879"/>
                </a:solidFill>
                <a:latin typeface="Noto Sans CJK KR"/>
                <a:ea typeface="Noto Sans CJK KR"/>
                <a:cs typeface="Noto Sans CJK KR"/>
              </a:defRPr>
            </a:lvl3pPr>
            <a:lvl4pPr algn="l">
              <a:defRPr sz="1275" b="1">
                <a:solidFill>
                  <a:srgbClr val="566879"/>
                </a:solidFill>
                <a:latin typeface="Noto Sans CJK KR"/>
                <a:ea typeface="Noto Sans CJK KR"/>
                <a:cs typeface="Noto Sans CJK KR"/>
              </a:defRPr>
            </a:lvl4pPr>
            <a:lvl5pPr algn="l">
              <a:defRPr sz="1275" b="1">
                <a:solidFill>
                  <a:srgbClr val="566879"/>
                </a:solidFill>
                <a:latin typeface="Noto Sans CJK KR"/>
                <a:ea typeface="Noto Sans CJK KR"/>
                <a:cs typeface="Noto Sans CJK KR"/>
              </a:defRPr>
            </a:lvl5pPr>
            <a:lvl6pPr algn="l">
              <a:defRPr sz="1275" b="1">
                <a:solidFill>
                  <a:srgbClr val="566879"/>
                </a:solidFill>
                <a:latin typeface="Noto Sans CJK KR"/>
                <a:ea typeface="Noto Sans CJK KR"/>
                <a:cs typeface="Noto Sans CJK KR"/>
              </a:defRPr>
            </a:lvl6pPr>
            <a:lvl7pPr algn="l">
              <a:defRPr sz="1275" b="1">
                <a:solidFill>
                  <a:srgbClr val="566879"/>
                </a:solidFill>
                <a:latin typeface="Noto Sans CJK KR"/>
                <a:ea typeface="Noto Sans CJK KR"/>
                <a:cs typeface="Noto Sans CJK KR"/>
              </a:defRPr>
            </a:lvl7pPr>
            <a:lvl8pPr algn="l">
              <a:defRPr sz="1275" b="1">
                <a:solidFill>
                  <a:srgbClr val="566879"/>
                </a:solidFill>
                <a:latin typeface="Noto Sans CJK KR"/>
                <a:ea typeface="Noto Sans CJK KR"/>
                <a:cs typeface="Noto Sans CJK KR"/>
              </a:defRPr>
            </a:lvl8pPr>
            <a:lvl9pPr algn="l">
              <a:defRPr sz="1275" b="1">
                <a:solidFill>
                  <a:srgbClr val="566879"/>
                </a:solidFill>
                <a:latin typeface="Noto Sans CJK KR"/>
                <a:ea typeface="Noto Sans CJK KR"/>
                <a:cs typeface="Noto Sans CJK KR"/>
              </a:defRPr>
            </a:lvl9pPr>
          </a:lstStyle>
          <a:p xmlns:a="http://schemas.openxmlformats.org/drawingml/2006/main">
            <a:pPr algn="l">
              <a:defRPr sz="1275" b="1">
                <a:solidFill>
                  <a:srgbClr val="566879"/>
                </a:solidFill>
                <a:latin typeface="Noto Sans CJK KR"/>
                <a:ea typeface="Noto Sans CJK KR"/>
                <a:cs typeface="Noto Sans CJK KR"/>
              </a:defRPr>
            </a:pPr>
            <a:r>
              <a:rPr sz="1275" b="1">
                <a:solidFill>
                  <a:srgbClr val="566879"/>
                </a:solidFill>
                <a:latin typeface="Noto Sans CJK KR"/>
                <a:ea typeface="Noto Sans CJK KR"/>
                <a:cs typeface="Noto Sans CJK KR"/>
              </a:rPr>
              <a:t>질문</a:t>
            </a:r>
          </a:p>
        </p:txBody>
      </p:sp>
      <p:sp>
        <p:nvSpPr>
          <p:cNvPr id="19" name="">
            <a:extLst xmlns:a="http://schemas.openxmlformats.org/drawingml/2006/main">
              <a:ext uri="{FF2B5EF4-FFF2-40B4-BE49-F238E27FC236}">
                <a16:creationId xmlns:a16="http://schemas.microsoft.com/office/drawing/2014/main" id="{28B86684-F756-46C8-9CE1-5375C5D9EEF9}"/>
              </a:ext>
            </a:extLst>
          </p:cNvPr>
          <p:cNvSpPr>
            <a:spLocks xmlns:a="http://schemas.openxmlformats.org/drawingml/2006/main"/>
          </p:cNvSpPr>
          <p:nvPr/>
        </p:nvSpPr>
        <p:spPr>
          <a:xfrm xmlns:a="http://schemas.openxmlformats.org/drawingml/2006/main">
            <a:off x="1943100" y="3114675"/>
            <a:ext cx="600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1">
                <a:solidFill>
                  <a:srgbClr val="132D46"/>
                </a:solidFill>
                <a:latin typeface="Noto Sans CJK KR"/>
                <a:ea typeface="Noto Sans CJK KR"/>
                <a:cs typeface="Noto Sans CJK KR"/>
              </a:defRPr>
            </a:defPPr>
            <a:lvl1pPr algn="l">
              <a:defRPr sz="1575" b="1">
                <a:solidFill>
                  <a:srgbClr val="132D46"/>
                </a:solidFill>
                <a:latin typeface="Noto Sans CJK KR"/>
                <a:ea typeface="Noto Sans CJK KR"/>
                <a:cs typeface="Noto Sans CJK KR"/>
              </a:defRPr>
            </a:lvl1pPr>
            <a:lvl2pPr algn="l">
              <a:defRPr sz="1575" b="1">
                <a:solidFill>
                  <a:srgbClr val="132D46"/>
                </a:solidFill>
                <a:latin typeface="Noto Sans CJK KR"/>
                <a:ea typeface="Noto Sans CJK KR"/>
                <a:cs typeface="Noto Sans CJK KR"/>
              </a:defRPr>
            </a:lvl2pPr>
            <a:lvl3pPr algn="l">
              <a:defRPr sz="1575" b="1">
                <a:solidFill>
                  <a:srgbClr val="132D46"/>
                </a:solidFill>
                <a:latin typeface="Noto Sans CJK KR"/>
                <a:ea typeface="Noto Sans CJK KR"/>
                <a:cs typeface="Noto Sans CJK KR"/>
              </a:defRPr>
            </a:lvl3pPr>
            <a:lvl4pPr algn="l">
              <a:defRPr sz="1575" b="1">
                <a:solidFill>
                  <a:srgbClr val="132D46"/>
                </a:solidFill>
                <a:latin typeface="Noto Sans CJK KR"/>
                <a:ea typeface="Noto Sans CJK KR"/>
                <a:cs typeface="Noto Sans CJK KR"/>
              </a:defRPr>
            </a:lvl4pPr>
            <a:lvl5pPr algn="l">
              <a:defRPr sz="1575" b="1">
                <a:solidFill>
                  <a:srgbClr val="132D46"/>
                </a:solidFill>
                <a:latin typeface="Noto Sans CJK KR"/>
                <a:ea typeface="Noto Sans CJK KR"/>
                <a:cs typeface="Noto Sans CJK KR"/>
              </a:defRPr>
            </a:lvl5pPr>
            <a:lvl6pPr algn="l">
              <a:defRPr sz="1575" b="1">
                <a:solidFill>
                  <a:srgbClr val="132D46"/>
                </a:solidFill>
                <a:latin typeface="Noto Sans CJK KR"/>
                <a:ea typeface="Noto Sans CJK KR"/>
                <a:cs typeface="Noto Sans CJK KR"/>
              </a:defRPr>
            </a:lvl6pPr>
            <a:lvl7pPr algn="l">
              <a:defRPr sz="1575" b="1">
                <a:solidFill>
                  <a:srgbClr val="132D46"/>
                </a:solidFill>
                <a:latin typeface="Noto Sans CJK KR"/>
                <a:ea typeface="Noto Sans CJK KR"/>
                <a:cs typeface="Noto Sans CJK KR"/>
              </a:defRPr>
            </a:lvl7pPr>
            <a:lvl8pPr algn="l">
              <a:defRPr sz="1575" b="1">
                <a:solidFill>
                  <a:srgbClr val="132D46"/>
                </a:solidFill>
                <a:latin typeface="Noto Sans CJK KR"/>
                <a:ea typeface="Noto Sans CJK KR"/>
                <a:cs typeface="Noto Sans CJK KR"/>
              </a:defRPr>
            </a:lvl8pPr>
            <a:lvl9pPr algn="l">
              <a:defRPr sz="1575" b="1">
                <a:solidFill>
                  <a:srgbClr val="132D46"/>
                </a:solidFill>
                <a:latin typeface="Noto Sans CJK KR"/>
                <a:ea typeface="Noto Sans CJK KR"/>
                <a:cs typeface="Noto Sans CJK KR"/>
              </a:defRPr>
            </a:lvl9pPr>
          </a:lstStyle>
          <a:p xmlns:a="http://schemas.openxmlformats.org/drawingml/2006/main">
            <a:pPr algn="l">
              <a:defRPr sz="1575" b="1">
                <a:solidFill>
                  <a:srgbClr val="132D46"/>
                </a:solidFill>
                <a:latin typeface="Noto Sans CJK KR"/>
                <a:ea typeface="Noto Sans CJK KR"/>
                <a:cs typeface="Noto Sans CJK KR"/>
              </a:defRPr>
            </a:pPr>
            <a:r>
              <a:rPr sz="1575" b="1">
                <a:solidFill>
                  <a:srgbClr val="132D46"/>
                </a:solidFill>
                <a:latin typeface="Noto Sans CJK KR"/>
                <a:ea typeface="Noto Sans CJK KR"/>
                <a:cs typeface="Noto Sans CJK KR"/>
              </a:rPr>
              <a:t>이 회의 주제와 관련된 메일도 찾아줘</a:t>
            </a:r>
          </a:p>
        </p:txBody>
      </p:sp>
      <p:sp>
        <p:nvSpPr>
          <p:cNvPr id="20" name="">
            <a:extLst xmlns:a="http://schemas.openxmlformats.org/drawingml/2006/main">
              <a:ext uri="{FF2B5EF4-FFF2-40B4-BE49-F238E27FC236}">
                <a16:creationId xmlns:a16="http://schemas.microsoft.com/office/drawing/2014/main" id="{0815F422-3B85-4DDE-91F2-6679E9900EFC}"/>
              </a:ext>
            </a:extLst>
          </p:cNvPr>
          <p:cNvSpPr>
            <a:spLocks xmlns:a="http://schemas.openxmlformats.org/drawingml/2006/main"/>
          </p:cNvSpPr>
          <p:nvPr/>
        </p:nvSpPr>
        <p:spPr>
          <a:xfrm xmlns:a="http://schemas.openxmlformats.org/drawingml/2006/main">
            <a:off x="1485900" y="3581400"/>
            <a:ext cx="6667500" cy="466725"/>
          </a:xfrm>
          <a:prstGeom xmlns:a="http://schemas.openxmlformats.org/drawingml/2006/main" prst="roundRect">
            <a:avLst>
              <a:gd name="adj" fmla="val 8163"/>
            </a:avLst>
          </a:prstGeom>
          <a:solidFill xmlns:a="http://schemas.openxmlformats.org/drawingml/2006/main">
            <a:srgbClr val="EBF5F4"/>
          </a:solidFill>
          <a:ln xmlns:a="http://schemas.openxmlformats.org/drawingml/2006/main" w="11430">
            <a:solidFill>
              <a:srgbClr val="D6E1E7"/>
            </a:solidFill>
          </a:ln>
        </p:spPr>
      </p:sp>
      <p:sp>
        <p:nvSpPr>
          <p:cNvPr id="21" name="">
            <a:extLst xmlns:a="http://schemas.openxmlformats.org/drawingml/2006/main">
              <a:ext uri="{FF2B5EF4-FFF2-40B4-BE49-F238E27FC236}">
                <a16:creationId xmlns:a16="http://schemas.microsoft.com/office/drawing/2014/main" id="{85A05288-7E0D-4987-A73C-40A547BD1C05}"/>
              </a:ext>
            </a:extLst>
          </p:cNvPr>
          <p:cNvSpPr>
            <a:spLocks xmlns:a="http://schemas.openxmlformats.org/drawingml/2006/main"/>
          </p:cNvSpPr>
          <p:nvPr/>
        </p:nvSpPr>
        <p:spPr>
          <a:xfrm xmlns:a="http://schemas.openxmlformats.org/drawingml/2006/main">
            <a:off x="1638300" y="366712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1">
                <a:solidFill>
                  <a:srgbClr val="1C7B79"/>
                </a:solidFill>
                <a:latin typeface="Noto Sans CJK KR"/>
                <a:ea typeface="Noto Sans CJK KR"/>
                <a:cs typeface="Noto Sans CJK KR"/>
              </a:defRPr>
            </a:defPPr>
            <a:lvl1pPr algn="l">
              <a:defRPr sz="1275" b="1">
                <a:solidFill>
                  <a:srgbClr val="1C7B79"/>
                </a:solidFill>
                <a:latin typeface="Noto Sans CJK KR"/>
                <a:ea typeface="Noto Sans CJK KR"/>
                <a:cs typeface="Noto Sans CJK KR"/>
              </a:defRPr>
            </a:lvl1pPr>
            <a:lvl2pPr algn="l">
              <a:defRPr sz="1275" b="1">
                <a:solidFill>
                  <a:srgbClr val="1C7B79"/>
                </a:solidFill>
                <a:latin typeface="Noto Sans CJK KR"/>
                <a:ea typeface="Noto Sans CJK KR"/>
                <a:cs typeface="Noto Sans CJK KR"/>
              </a:defRPr>
            </a:lvl2pPr>
            <a:lvl3pPr algn="l">
              <a:defRPr sz="1275" b="1">
                <a:solidFill>
                  <a:srgbClr val="1C7B79"/>
                </a:solidFill>
                <a:latin typeface="Noto Sans CJK KR"/>
                <a:ea typeface="Noto Sans CJK KR"/>
                <a:cs typeface="Noto Sans CJK KR"/>
              </a:defRPr>
            </a:lvl3pPr>
            <a:lvl4pPr algn="l">
              <a:defRPr sz="1275" b="1">
                <a:solidFill>
                  <a:srgbClr val="1C7B79"/>
                </a:solidFill>
                <a:latin typeface="Noto Sans CJK KR"/>
                <a:ea typeface="Noto Sans CJK KR"/>
                <a:cs typeface="Noto Sans CJK KR"/>
              </a:defRPr>
            </a:lvl4pPr>
            <a:lvl5pPr algn="l">
              <a:defRPr sz="1275" b="1">
                <a:solidFill>
                  <a:srgbClr val="1C7B79"/>
                </a:solidFill>
                <a:latin typeface="Noto Sans CJK KR"/>
                <a:ea typeface="Noto Sans CJK KR"/>
                <a:cs typeface="Noto Sans CJK KR"/>
              </a:defRPr>
            </a:lvl5pPr>
            <a:lvl6pPr algn="l">
              <a:defRPr sz="1275" b="1">
                <a:solidFill>
                  <a:srgbClr val="1C7B79"/>
                </a:solidFill>
                <a:latin typeface="Noto Sans CJK KR"/>
                <a:ea typeface="Noto Sans CJK KR"/>
                <a:cs typeface="Noto Sans CJK KR"/>
              </a:defRPr>
            </a:lvl6pPr>
            <a:lvl7pPr algn="l">
              <a:defRPr sz="1275" b="1">
                <a:solidFill>
                  <a:srgbClr val="1C7B79"/>
                </a:solidFill>
                <a:latin typeface="Noto Sans CJK KR"/>
                <a:ea typeface="Noto Sans CJK KR"/>
                <a:cs typeface="Noto Sans CJK KR"/>
              </a:defRPr>
            </a:lvl7pPr>
            <a:lvl8pPr algn="l">
              <a:defRPr sz="1275" b="1">
                <a:solidFill>
                  <a:srgbClr val="1C7B79"/>
                </a:solidFill>
                <a:latin typeface="Noto Sans CJK KR"/>
                <a:ea typeface="Noto Sans CJK KR"/>
                <a:cs typeface="Noto Sans CJK KR"/>
              </a:defRPr>
            </a:lvl8pPr>
            <a:lvl9pPr algn="l">
              <a:defRPr sz="1275" b="1">
                <a:solidFill>
                  <a:srgbClr val="1C7B79"/>
                </a:solidFill>
                <a:latin typeface="Noto Sans CJK KR"/>
                <a:ea typeface="Noto Sans CJK KR"/>
                <a:cs typeface="Noto Sans CJK KR"/>
              </a:defRPr>
            </a:lvl9pPr>
          </a:lstStyle>
          <a:p xmlns:a="http://schemas.openxmlformats.org/drawingml/2006/main">
            <a:pPr algn="l">
              <a:defRPr sz="1275" b="1">
                <a:solidFill>
                  <a:srgbClr val="1C7B79"/>
                </a:solidFill>
                <a:latin typeface="Noto Sans CJK KR"/>
                <a:ea typeface="Noto Sans CJK KR"/>
                <a:cs typeface="Noto Sans CJK KR"/>
              </a:defRPr>
            </a:pPr>
            <a:r>
              <a:rPr sz="1275" b="1">
                <a:solidFill>
                  <a:srgbClr val="1C7B79"/>
                </a:solidFill>
                <a:latin typeface="Noto Sans CJK KR"/>
                <a:ea typeface="Noto Sans CJK KR"/>
                <a:cs typeface="Noto Sans CJK KR"/>
              </a:rPr>
              <a:t>Cube</a:t>
            </a:r>
          </a:p>
        </p:txBody>
      </p:sp>
      <p:sp>
        <p:nvSpPr>
          <p:cNvPr id="22" name="">
            <a:extLst xmlns:a="http://schemas.openxmlformats.org/drawingml/2006/main">
              <a:ext uri="{FF2B5EF4-FFF2-40B4-BE49-F238E27FC236}">
                <a16:creationId xmlns:a16="http://schemas.microsoft.com/office/drawing/2014/main" id="{423D5737-2BE5-4F7E-8D5D-D1A52743D7A8}"/>
              </a:ext>
            </a:extLst>
          </p:cNvPr>
          <p:cNvSpPr>
            <a:spLocks xmlns:a="http://schemas.openxmlformats.org/drawingml/2006/main"/>
          </p:cNvSpPr>
          <p:nvPr/>
        </p:nvSpPr>
        <p:spPr>
          <a:xfrm xmlns:a="http://schemas.openxmlformats.org/drawingml/2006/main">
            <a:off x="2362200" y="3667125"/>
            <a:ext cx="5648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132D46"/>
                </a:solidFill>
                <a:latin typeface="Noto Sans CJK KR"/>
                <a:ea typeface="Noto Sans CJK KR"/>
                <a:cs typeface="Noto Sans CJK KR"/>
              </a:defRPr>
            </a:defPPr>
            <a:lvl1pPr algn="l">
              <a:defRPr sz="1425" b="0">
                <a:solidFill>
                  <a:srgbClr val="132D46"/>
                </a:solidFill>
                <a:latin typeface="Noto Sans CJK KR"/>
                <a:ea typeface="Noto Sans CJK KR"/>
                <a:cs typeface="Noto Sans CJK KR"/>
              </a:defRPr>
            </a:lvl1pPr>
            <a:lvl2pPr algn="l">
              <a:defRPr sz="1425" b="0">
                <a:solidFill>
                  <a:srgbClr val="132D46"/>
                </a:solidFill>
                <a:latin typeface="Noto Sans CJK KR"/>
                <a:ea typeface="Noto Sans CJK KR"/>
                <a:cs typeface="Noto Sans CJK KR"/>
              </a:defRPr>
            </a:lvl2pPr>
            <a:lvl3pPr algn="l">
              <a:defRPr sz="1425" b="0">
                <a:solidFill>
                  <a:srgbClr val="132D46"/>
                </a:solidFill>
                <a:latin typeface="Noto Sans CJK KR"/>
                <a:ea typeface="Noto Sans CJK KR"/>
                <a:cs typeface="Noto Sans CJK KR"/>
              </a:defRPr>
            </a:lvl3pPr>
            <a:lvl4pPr algn="l">
              <a:defRPr sz="1425" b="0">
                <a:solidFill>
                  <a:srgbClr val="132D46"/>
                </a:solidFill>
                <a:latin typeface="Noto Sans CJK KR"/>
                <a:ea typeface="Noto Sans CJK KR"/>
                <a:cs typeface="Noto Sans CJK KR"/>
              </a:defRPr>
            </a:lvl4pPr>
            <a:lvl5pPr algn="l">
              <a:defRPr sz="1425" b="0">
                <a:solidFill>
                  <a:srgbClr val="132D46"/>
                </a:solidFill>
                <a:latin typeface="Noto Sans CJK KR"/>
                <a:ea typeface="Noto Sans CJK KR"/>
                <a:cs typeface="Noto Sans CJK KR"/>
              </a:defRPr>
            </a:lvl5pPr>
            <a:lvl6pPr algn="l">
              <a:defRPr sz="1425" b="0">
                <a:solidFill>
                  <a:srgbClr val="132D46"/>
                </a:solidFill>
                <a:latin typeface="Noto Sans CJK KR"/>
                <a:ea typeface="Noto Sans CJK KR"/>
                <a:cs typeface="Noto Sans CJK KR"/>
              </a:defRPr>
            </a:lvl6pPr>
            <a:lvl7pPr algn="l">
              <a:defRPr sz="1425" b="0">
                <a:solidFill>
                  <a:srgbClr val="132D46"/>
                </a:solidFill>
                <a:latin typeface="Noto Sans CJK KR"/>
                <a:ea typeface="Noto Sans CJK KR"/>
                <a:cs typeface="Noto Sans CJK KR"/>
              </a:defRPr>
            </a:lvl7pPr>
            <a:lvl8pPr algn="l">
              <a:defRPr sz="1425" b="0">
                <a:solidFill>
                  <a:srgbClr val="132D46"/>
                </a:solidFill>
                <a:latin typeface="Noto Sans CJK KR"/>
                <a:ea typeface="Noto Sans CJK KR"/>
                <a:cs typeface="Noto Sans CJK KR"/>
              </a:defRPr>
            </a:lvl8pPr>
            <a:lvl9pPr algn="l">
              <a:defRPr sz="1425" b="0">
                <a:solidFill>
                  <a:srgbClr val="132D46"/>
                </a:solidFill>
                <a:latin typeface="Noto Sans CJK KR"/>
                <a:ea typeface="Noto Sans CJK KR"/>
                <a:cs typeface="Noto Sans CJK KR"/>
              </a:defRPr>
            </a:lvl9pPr>
          </a:lstStyle>
          <a:p xmlns:a="http://schemas.openxmlformats.org/drawingml/2006/main">
            <a:pPr algn="l">
              <a:defRPr sz="1425" b="0">
                <a:solidFill>
                  <a:srgbClr val="132D46"/>
                </a:solidFill>
                <a:latin typeface="Noto Sans CJK KR"/>
                <a:ea typeface="Noto Sans CJK KR"/>
                <a:cs typeface="Noto Sans CJK KR"/>
              </a:defRPr>
            </a:pPr>
            <a:r>
              <a:rPr sz="1425" b="0">
                <a:solidFill>
                  <a:srgbClr val="132D46"/>
                </a:solidFill>
                <a:latin typeface="Noto Sans CJK KR"/>
                <a:ea typeface="Noto Sans CJK KR"/>
                <a:cs typeface="Noto Sans CJK KR"/>
              </a:rPr>
              <a:t>관련 메일을 검색하고 출처를 제공해요</a:t>
            </a:r>
          </a:p>
        </p:txBody>
      </p:sp>
      <p:pic>
        <p:nvPicPr>
          <p:cNvPr id="23" name="">
            <a:extLst xmlns:a="http://schemas.openxmlformats.org/drawingml/2006/main">
              <a:ext uri="{FF2B5EF4-FFF2-40B4-BE49-F238E27FC236}">
                <a16:creationId xmlns:a16="http://schemas.microsoft.com/office/drawing/2014/main" id="{8C897EA9-A9AF-426E-93CB-342FBA775D96}"/>
              </a:ext>
            </a:extLst>
          </p:cNvPr>
          <p:cNvPicPr>
            <a:picLocks xmlns:a="http://schemas.openxmlformats.org/drawingml/2006/main" noChangeAspect="1"/>
          </p:cNvPicPr>
          <p:nvPr/>
        </p:nvPicPr>
        <p:blipFill>
          <a:blip xmlns:r="http://schemas.openxmlformats.org/officeDocument/2006/relationships" xmlns:a="http://schemas.openxmlformats.org/drawingml/2006/main" r:embed="R850eea6375584b75"/>
          <a:srcRect xmlns:a="http://schemas.openxmlformats.org/drawingml/2006/main" l="33433" t="30181" r="47967" b="41126"/>
          <a:stretch xmlns:a="http://schemas.openxmlformats.org/drawingml/2006/main"/>
        </p:blipFill>
        <p:spPr>
          <a:xfrm xmlns:a="http://schemas.openxmlformats.org/drawingml/2006/main">
            <a:off x="8858250" y="3124200"/>
            <a:ext cx="609600" cy="59055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EEF38F69-2329-449E-AC49-9A9C0306CD4A}"/>
              </a:ext>
            </a:extLst>
          </p:cNvPr>
          <p:cNvSpPr>
            <a:spLocks xmlns:a="http://schemas.openxmlformats.org/drawingml/2006/main"/>
          </p:cNvSpPr>
          <p:nvPr/>
        </p:nvSpPr>
        <p:spPr>
          <a:xfrm xmlns:a="http://schemas.openxmlformats.org/drawingml/2006/main">
            <a:off x="9601200" y="3105150"/>
            <a:ext cx="2076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1">
                <a:solidFill>
                  <a:srgbClr val="1C7B79"/>
                </a:solidFill>
                <a:latin typeface="Noto Sans CJK KR"/>
                <a:ea typeface="Noto Sans CJK KR"/>
                <a:cs typeface="Noto Sans CJK KR"/>
              </a:defRPr>
            </a:defPPr>
            <a:lvl1pPr algn="l">
              <a:defRPr sz="1575" b="1">
                <a:solidFill>
                  <a:srgbClr val="1C7B79"/>
                </a:solidFill>
                <a:latin typeface="Noto Sans CJK KR"/>
                <a:ea typeface="Noto Sans CJK KR"/>
                <a:cs typeface="Noto Sans CJK KR"/>
              </a:defRPr>
            </a:lvl1pPr>
            <a:lvl2pPr algn="l">
              <a:defRPr sz="1575" b="1">
                <a:solidFill>
                  <a:srgbClr val="1C7B79"/>
                </a:solidFill>
                <a:latin typeface="Noto Sans CJK KR"/>
                <a:ea typeface="Noto Sans CJK KR"/>
                <a:cs typeface="Noto Sans CJK KR"/>
              </a:defRPr>
            </a:lvl2pPr>
            <a:lvl3pPr algn="l">
              <a:defRPr sz="1575" b="1">
                <a:solidFill>
                  <a:srgbClr val="1C7B79"/>
                </a:solidFill>
                <a:latin typeface="Noto Sans CJK KR"/>
                <a:ea typeface="Noto Sans CJK KR"/>
                <a:cs typeface="Noto Sans CJK KR"/>
              </a:defRPr>
            </a:lvl3pPr>
            <a:lvl4pPr algn="l">
              <a:defRPr sz="1575" b="1">
                <a:solidFill>
                  <a:srgbClr val="1C7B79"/>
                </a:solidFill>
                <a:latin typeface="Noto Sans CJK KR"/>
                <a:ea typeface="Noto Sans CJK KR"/>
                <a:cs typeface="Noto Sans CJK KR"/>
              </a:defRPr>
            </a:lvl4pPr>
            <a:lvl5pPr algn="l">
              <a:defRPr sz="1575" b="1">
                <a:solidFill>
                  <a:srgbClr val="1C7B79"/>
                </a:solidFill>
                <a:latin typeface="Noto Sans CJK KR"/>
                <a:ea typeface="Noto Sans CJK KR"/>
                <a:cs typeface="Noto Sans CJK KR"/>
              </a:defRPr>
            </a:lvl5pPr>
            <a:lvl6pPr algn="l">
              <a:defRPr sz="1575" b="1">
                <a:solidFill>
                  <a:srgbClr val="1C7B79"/>
                </a:solidFill>
                <a:latin typeface="Noto Sans CJK KR"/>
                <a:ea typeface="Noto Sans CJK KR"/>
                <a:cs typeface="Noto Sans CJK KR"/>
              </a:defRPr>
            </a:lvl6pPr>
            <a:lvl7pPr algn="l">
              <a:defRPr sz="1575" b="1">
                <a:solidFill>
                  <a:srgbClr val="1C7B79"/>
                </a:solidFill>
                <a:latin typeface="Noto Sans CJK KR"/>
                <a:ea typeface="Noto Sans CJK KR"/>
                <a:cs typeface="Noto Sans CJK KR"/>
              </a:defRPr>
            </a:lvl7pPr>
            <a:lvl8pPr algn="l">
              <a:defRPr sz="1575" b="1">
                <a:solidFill>
                  <a:srgbClr val="1C7B79"/>
                </a:solidFill>
                <a:latin typeface="Noto Sans CJK KR"/>
                <a:ea typeface="Noto Sans CJK KR"/>
                <a:cs typeface="Noto Sans CJK KR"/>
              </a:defRPr>
            </a:lvl8pPr>
            <a:lvl9pPr algn="l">
              <a:defRPr sz="1575" b="1">
                <a:solidFill>
                  <a:srgbClr val="1C7B79"/>
                </a:solidFill>
                <a:latin typeface="Noto Sans CJK KR"/>
                <a:ea typeface="Noto Sans CJK KR"/>
                <a:cs typeface="Noto Sans CJK KR"/>
              </a:defRPr>
            </a:lvl9pPr>
          </a:lstStyle>
          <a:p xmlns:a="http://schemas.openxmlformats.org/drawingml/2006/main">
            <a:pPr algn="l">
              <a:defRPr sz="1575" b="1">
                <a:solidFill>
                  <a:srgbClr val="1C7B79"/>
                </a:solidFill>
                <a:latin typeface="Noto Sans CJK KR"/>
                <a:ea typeface="Noto Sans CJK KR"/>
                <a:cs typeface="Noto Sans CJK KR"/>
              </a:defRPr>
            </a:pPr>
            <a:r>
              <a:rPr sz="1575" b="1">
                <a:solidFill>
                  <a:srgbClr val="1C7B79"/>
                </a:solidFill>
                <a:latin typeface="Noto Sans CJK KR"/>
                <a:ea typeface="Noto Sans CJK KR"/>
                <a:cs typeface="Noto Sans CJK KR"/>
              </a:rPr>
              <a:t>업무 이력 탐색</a:t>
            </a:r>
          </a:p>
        </p:txBody>
      </p:sp>
      <p:sp>
        <p:nvSpPr>
          <p:cNvPr id="25" name="">
            <a:extLst xmlns:a="http://schemas.openxmlformats.org/drawingml/2006/main">
              <a:ext uri="{FF2B5EF4-FFF2-40B4-BE49-F238E27FC236}">
                <a16:creationId xmlns:a16="http://schemas.microsoft.com/office/drawing/2014/main" id="{9CD6DB38-C558-4663-A178-E86365D29C87}"/>
              </a:ext>
            </a:extLst>
          </p:cNvPr>
          <p:cNvSpPr>
            <a:spLocks xmlns:a="http://schemas.openxmlformats.org/drawingml/2006/main"/>
          </p:cNvSpPr>
          <p:nvPr/>
        </p:nvSpPr>
        <p:spPr>
          <a:xfrm xmlns:a="http://schemas.openxmlformats.org/drawingml/2006/main">
            <a:off x="9601200" y="3524250"/>
            <a:ext cx="2076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350" b="0">
                <a:solidFill>
                  <a:srgbClr val="566879"/>
                </a:solidFill>
                <a:latin typeface="Noto Sans CJK KR"/>
                <a:ea typeface="Noto Sans CJK KR"/>
                <a:cs typeface="Noto Sans CJK KR"/>
              </a:defRPr>
            </a:defPPr>
            <a:lvl1pPr algn="l">
              <a:defRPr sz="1350" b="0">
                <a:solidFill>
                  <a:srgbClr val="566879"/>
                </a:solidFill>
                <a:latin typeface="Noto Sans CJK KR"/>
                <a:ea typeface="Noto Sans CJK KR"/>
                <a:cs typeface="Noto Sans CJK KR"/>
              </a:defRPr>
            </a:lvl1pPr>
            <a:lvl2pPr algn="l">
              <a:defRPr sz="1350" b="0">
                <a:solidFill>
                  <a:srgbClr val="566879"/>
                </a:solidFill>
                <a:latin typeface="Noto Sans CJK KR"/>
                <a:ea typeface="Noto Sans CJK KR"/>
                <a:cs typeface="Noto Sans CJK KR"/>
              </a:defRPr>
            </a:lvl2pPr>
            <a:lvl3pPr algn="l">
              <a:defRPr sz="1350" b="0">
                <a:solidFill>
                  <a:srgbClr val="566879"/>
                </a:solidFill>
                <a:latin typeface="Noto Sans CJK KR"/>
                <a:ea typeface="Noto Sans CJK KR"/>
                <a:cs typeface="Noto Sans CJK KR"/>
              </a:defRPr>
            </a:lvl3pPr>
            <a:lvl4pPr algn="l">
              <a:defRPr sz="1350" b="0">
                <a:solidFill>
                  <a:srgbClr val="566879"/>
                </a:solidFill>
                <a:latin typeface="Noto Sans CJK KR"/>
                <a:ea typeface="Noto Sans CJK KR"/>
                <a:cs typeface="Noto Sans CJK KR"/>
              </a:defRPr>
            </a:lvl4pPr>
            <a:lvl5pPr algn="l">
              <a:defRPr sz="1350" b="0">
                <a:solidFill>
                  <a:srgbClr val="566879"/>
                </a:solidFill>
                <a:latin typeface="Noto Sans CJK KR"/>
                <a:ea typeface="Noto Sans CJK KR"/>
                <a:cs typeface="Noto Sans CJK KR"/>
              </a:defRPr>
            </a:lvl5pPr>
            <a:lvl6pPr algn="l">
              <a:defRPr sz="1350" b="0">
                <a:solidFill>
                  <a:srgbClr val="566879"/>
                </a:solidFill>
                <a:latin typeface="Noto Sans CJK KR"/>
                <a:ea typeface="Noto Sans CJK KR"/>
                <a:cs typeface="Noto Sans CJK KR"/>
              </a:defRPr>
            </a:lvl6pPr>
            <a:lvl7pPr algn="l">
              <a:defRPr sz="1350" b="0">
                <a:solidFill>
                  <a:srgbClr val="566879"/>
                </a:solidFill>
                <a:latin typeface="Noto Sans CJK KR"/>
                <a:ea typeface="Noto Sans CJK KR"/>
                <a:cs typeface="Noto Sans CJK KR"/>
              </a:defRPr>
            </a:lvl7pPr>
            <a:lvl8pPr algn="l">
              <a:defRPr sz="1350" b="0">
                <a:solidFill>
                  <a:srgbClr val="566879"/>
                </a:solidFill>
                <a:latin typeface="Noto Sans CJK KR"/>
                <a:ea typeface="Noto Sans CJK KR"/>
                <a:cs typeface="Noto Sans CJK KR"/>
              </a:defRPr>
            </a:lvl8pPr>
            <a:lvl9pPr algn="l">
              <a:defRPr sz="1350" b="0">
                <a:solidFill>
                  <a:srgbClr val="566879"/>
                </a:solidFill>
                <a:latin typeface="Noto Sans CJK KR"/>
                <a:ea typeface="Noto Sans CJK KR"/>
                <a:cs typeface="Noto Sans CJK KR"/>
              </a:defRPr>
            </a:lvl9pPr>
          </a:lstStyle>
          <a:p xmlns:a="http://schemas.openxmlformats.org/drawingml/2006/main">
            <a:pPr algn="l">
              <a:defRPr sz="1350" b="0">
                <a:solidFill>
                  <a:srgbClr val="566879"/>
                </a:solidFill>
                <a:latin typeface="Noto Sans CJK KR"/>
                <a:ea typeface="Noto Sans CJK KR"/>
                <a:cs typeface="Noto Sans CJK KR"/>
              </a:defRPr>
            </a:pPr>
            <a:r>
              <a:rPr sz="1350" b="0">
                <a:solidFill>
                  <a:srgbClr val="566879"/>
                </a:solidFill>
                <a:latin typeface="Noto Sans CJK KR"/>
                <a:ea typeface="Noto Sans CJK KR"/>
                <a:cs typeface="Noto Sans CJK KR"/>
              </a:rPr>
              <a:t>주제·인물·기간</a:t>
            </a:r>
          </a:p>
          <a:p xmlns:a="http://schemas.openxmlformats.org/drawingml/2006/main">
            <a:pPr algn="l">
              <a:defRPr sz="1350" b="0">
                <a:solidFill>
                  <a:srgbClr val="566879"/>
                </a:solidFill>
                <a:latin typeface="Noto Sans CJK KR"/>
                <a:ea typeface="Noto Sans CJK KR"/>
                <a:cs typeface="Noto Sans CJK KR"/>
              </a:defRPr>
            </a:pPr>
            <a:r>
              <a:rPr sz="1350" b="0">
                <a:solidFill>
                  <a:srgbClr val="566879"/>
                </a:solidFill>
                <a:latin typeface="Noto Sans CJK KR"/>
                <a:ea typeface="Noto Sans CJK KR"/>
                <a:cs typeface="Noto Sans CJK KR"/>
              </a:rPr>
              <a:t>조건으로 조회</a:t>
            </a:r>
          </a:p>
        </p:txBody>
      </p:sp>
      <p:sp>
        <p:nvSpPr>
          <p:cNvPr id="26" name="">
            <a:extLst xmlns:a="http://schemas.openxmlformats.org/drawingml/2006/main">
              <a:ext uri="{FF2B5EF4-FFF2-40B4-BE49-F238E27FC236}">
                <a16:creationId xmlns:a16="http://schemas.microsoft.com/office/drawing/2014/main" id="{A2AD74D7-1528-4C6B-9E83-C3A798BD72BD}"/>
              </a:ext>
            </a:extLst>
          </p:cNvPr>
          <p:cNvSpPr>
            <a:spLocks xmlns:a="http://schemas.openxmlformats.org/drawingml/2006/main"/>
          </p:cNvSpPr>
          <p:nvPr/>
        </p:nvSpPr>
        <p:spPr>
          <a:xfrm xmlns:a="http://schemas.openxmlformats.org/drawingml/2006/main">
            <a:off x="514350" y="4362450"/>
            <a:ext cx="51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1C7B79"/>
                </a:solidFill>
                <a:latin typeface="Noto Sans CJK KR"/>
                <a:ea typeface="Noto Sans CJK KR"/>
                <a:cs typeface="Noto Sans CJK KR"/>
              </a:defRPr>
            </a:defPPr>
            <a:lvl1pPr algn="l">
              <a:defRPr sz="2025" b="1">
                <a:solidFill>
                  <a:srgbClr val="1C7B79"/>
                </a:solidFill>
                <a:latin typeface="Noto Sans CJK KR"/>
                <a:ea typeface="Noto Sans CJK KR"/>
                <a:cs typeface="Noto Sans CJK KR"/>
              </a:defRPr>
            </a:lvl1pPr>
            <a:lvl2pPr algn="l">
              <a:defRPr sz="2025" b="1">
                <a:solidFill>
                  <a:srgbClr val="1C7B79"/>
                </a:solidFill>
                <a:latin typeface="Noto Sans CJK KR"/>
                <a:ea typeface="Noto Sans CJK KR"/>
                <a:cs typeface="Noto Sans CJK KR"/>
              </a:defRPr>
            </a:lvl2pPr>
            <a:lvl3pPr algn="l">
              <a:defRPr sz="2025" b="1">
                <a:solidFill>
                  <a:srgbClr val="1C7B79"/>
                </a:solidFill>
                <a:latin typeface="Noto Sans CJK KR"/>
                <a:ea typeface="Noto Sans CJK KR"/>
                <a:cs typeface="Noto Sans CJK KR"/>
              </a:defRPr>
            </a:lvl3pPr>
            <a:lvl4pPr algn="l">
              <a:defRPr sz="2025" b="1">
                <a:solidFill>
                  <a:srgbClr val="1C7B79"/>
                </a:solidFill>
                <a:latin typeface="Noto Sans CJK KR"/>
                <a:ea typeface="Noto Sans CJK KR"/>
                <a:cs typeface="Noto Sans CJK KR"/>
              </a:defRPr>
            </a:lvl4pPr>
            <a:lvl5pPr algn="l">
              <a:defRPr sz="2025" b="1">
                <a:solidFill>
                  <a:srgbClr val="1C7B79"/>
                </a:solidFill>
                <a:latin typeface="Noto Sans CJK KR"/>
                <a:ea typeface="Noto Sans CJK KR"/>
                <a:cs typeface="Noto Sans CJK KR"/>
              </a:defRPr>
            </a:lvl5pPr>
            <a:lvl6pPr algn="l">
              <a:defRPr sz="2025" b="1">
                <a:solidFill>
                  <a:srgbClr val="1C7B79"/>
                </a:solidFill>
                <a:latin typeface="Noto Sans CJK KR"/>
                <a:ea typeface="Noto Sans CJK KR"/>
                <a:cs typeface="Noto Sans CJK KR"/>
              </a:defRPr>
            </a:lvl6pPr>
            <a:lvl7pPr algn="l">
              <a:defRPr sz="2025" b="1">
                <a:solidFill>
                  <a:srgbClr val="1C7B79"/>
                </a:solidFill>
                <a:latin typeface="Noto Sans CJK KR"/>
                <a:ea typeface="Noto Sans CJK KR"/>
                <a:cs typeface="Noto Sans CJK KR"/>
              </a:defRPr>
            </a:lvl7pPr>
            <a:lvl8pPr algn="l">
              <a:defRPr sz="2025" b="1">
                <a:solidFill>
                  <a:srgbClr val="1C7B79"/>
                </a:solidFill>
                <a:latin typeface="Noto Sans CJK KR"/>
                <a:ea typeface="Noto Sans CJK KR"/>
                <a:cs typeface="Noto Sans CJK KR"/>
              </a:defRPr>
            </a:lvl8pPr>
            <a:lvl9pPr algn="l">
              <a:defRPr sz="2025" b="1">
                <a:solidFill>
                  <a:srgbClr val="1C7B79"/>
                </a:solidFill>
                <a:latin typeface="Noto Sans CJK KR"/>
                <a:ea typeface="Noto Sans CJK KR"/>
                <a:cs typeface="Noto Sans CJK KR"/>
              </a:defRPr>
            </a:lvl9pPr>
          </a:lstStyle>
          <a:p xmlns:a="http://schemas.openxmlformats.org/drawingml/2006/main">
            <a:pPr algn="l">
              <a:defRPr sz="2025" b="1">
                <a:solidFill>
                  <a:srgbClr val="1C7B79"/>
                </a:solidFill>
                <a:latin typeface="Noto Sans CJK KR"/>
                <a:ea typeface="Noto Sans CJK KR"/>
                <a:cs typeface="Noto Sans CJK KR"/>
              </a:defRPr>
            </a:pPr>
            <a:r>
              <a:rPr sz="2025" b="1">
                <a:solidFill>
                  <a:srgbClr val="1C7B79"/>
                </a:solidFill>
                <a:latin typeface="Noto Sans CJK KR"/>
                <a:ea typeface="Noto Sans CJK KR"/>
                <a:cs typeface="Noto Sans CJK KR"/>
              </a:rPr>
              <a:t>03</a:t>
            </a:r>
          </a:p>
        </p:txBody>
      </p:sp>
      <p:sp>
        <p:nvSpPr>
          <p:cNvPr id="27" name="">
            <a:extLst xmlns:a="http://schemas.openxmlformats.org/drawingml/2006/main">
              <a:ext uri="{FF2B5EF4-FFF2-40B4-BE49-F238E27FC236}">
                <a16:creationId xmlns:a16="http://schemas.microsoft.com/office/drawing/2014/main" id="{719745DA-646A-40EB-B12E-FE8288687548}"/>
              </a:ext>
            </a:extLst>
          </p:cNvPr>
          <p:cNvSpPr>
            <a:spLocks xmlns:a="http://schemas.openxmlformats.org/drawingml/2006/main"/>
          </p:cNvSpPr>
          <p:nvPr/>
        </p:nvSpPr>
        <p:spPr>
          <a:xfrm xmlns:a="http://schemas.openxmlformats.org/drawingml/2006/main">
            <a:off x="1152525" y="4286250"/>
            <a:ext cx="7000875" cy="457200"/>
          </a:xfrm>
          <a:prstGeom xmlns:a="http://schemas.openxmlformats.org/drawingml/2006/main" prst="roundRect">
            <a:avLst>
              <a:gd name="adj" fmla="val 8333"/>
            </a:avLst>
          </a:prstGeom>
          <a:solidFill xmlns:a="http://schemas.openxmlformats.org/drawingml/2006/main">
            <a:srgbClr val="F5F7F8"/>
          </a:solidFill>
          <a:ln xmlns:a="http://schemas.openxmlformats.org/drawingml/2006/main" w="11430">
            <a:solidFill>
              <a:srgbClr val="D6E1E7"/>
            </a:solidFill>
          </a:ln>
        </p:spPr>
      </p:sp>
      <p:sp>
        <p:nvSpPr>
          <p:cNvPr id="28" name="">
            <a:extLst xmlns:a="http://schemas.openxmlformats.org/drawingml/2006/main">
              <a:ext uri="{FF2B5EF4-FFF2-40B4-BE49-F238E27FC236}">
                <a16:creationId xmlns:a16="http://schemas.microsoft.com/office/drawing/2014/main" id="{61335DBC-FD2E-4DDA-974E-AE768C78DD5E}"/>
              </a:ext>
            </a:extLst>
          </p:cNvPr>
          <p:cNvSpPr>
            <a:spLocks xmlns:a="http://schemas.openxmlformats.org/drawingml/2006/main"/>
          </p:cNvSpPr>
          <p:nvPr/>
        </p:nvSpPr>
        <p:spPr>
          <a:xfrm xmlns:a="http://schemas.openxmlformats.org/drawingml/2006/main">
            <a:off x="1304925" y="43529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1">
                <a:solidFill>
                  <a:srgbClr val="566879"/>
                </a:solidFill>
                <a:latin typeface="Noto Sans CJK KR"/>
                <a:ea typeface="Noto Sans CJK KR"/>
                <a:cs typeface="Noto Sans CJK KR"/>
              </a:defRPr>
            </a:defPPr>
            <a:lvl1pPr algn="l">
              <a:defRPr sz="1275" b="1">
                <a:solidFill>
                  <a:srgbClr val="566879"/>
                </a:solidFill>
                <a:latin typeface="Noto Sans CJK KR"/>
                <a:ea typeface="Noto Sans CJK KR"/>
                <a:cs typeface="Noto Sans CJK KR"/>
              </a:defRPr>
            </a:lvl1pPr>
            <a:lvl2pPr algn="l">
              <a:defRPr sz="1275" b="1">
                <a:solidFill>
                  <a:srgbClr val="566879"/>
                </a:solidFill>
                <a:latin typeface="Noto Sans CJK KR"/>
                <a:ea typeface="Noto Sans CJK KR"/>
                <a:cs typeface="Noto Sans CJK KR"/>
              </a:defRPr>
            </a:lvl2pPr>
            <a:lvl3pPr algn="l">
              <a:defRPr sz="1275" b="1">
                <a:solidFill>
                  <a:srgbClr val="566879"/>
                </a:solidFill>
                <a:latin typeface="Noto Sans CJK KR"/>
                <a:ea typeface="Noto Sans CJK KR"/>
                <a:cs typeface="Noto Sans CJK KR"/>
              </a:defRPr>
            </a:lvl3pPr>
            <a:lvl4pPr algn="l">
              <a:defRPr sz="1275" b="1">
                <a:solidFill>
                  <a:srgbClr val="566879"/>
                </a:solidFill>
                <a:latin typeface="Noto Sans CJK KR"/>
                <a:ea typeface="Noto Sans CJK KR"/>
                <a:cs typeface="Noto Sans CJK KR"/>
              </a:defRPr>
            </a:lvl4pPr>
            <a:lvl5pPr algn="l">
              <a:defRPr sz="1275" b="1">
                <a:solidFill>
                  <a:srgbClr val="566879"/>
                </a:solidFill>
                <a:latin typeface="Noto Sans CJK KR"/>
                <a:ea typeface="Noto Sans CJK KR"/>
                <a:cs typeface="Noto Sans CJK KR"/>
              </a:defRPr>
            </a:lvl5pPr>
            <a:lvl6pPr algn="l">
              <a:defRPr sz="1275" b="1">
                <a:solidFill>
                  <a:srgbClr val="566879"/>
                </a:solidFill>
                <a:latin typeface="Noto Sans CJK KR"/>
                <a:ea typeface="Noto Sans CJK KR"/>
                <a:cs typeface="Noto Sans CJK KR"/>
              </a:defRPr>
            </a:lvl6pPr>
            <a:lvl7pPr algn="l">
              <a:defRPr sz="1275" b="1">
                <a:solidFill>
                  <a:srgbClr val="566879"/>
                </a:solidFill>
                <a:latin typeface="Noto Sans CJK KR"/>
                <a:ea typeface="Noto Sans CJK KR"/>
                <a:cs typeface="Noto Sans CJK KR"/>
              </a:defRPr>
            </a:lvl7pPr>
            <a:lvl8pPr algn="l">
              <a:defRPr sz="1275" b="1">
                <a:solidFill>
                  <a:srgbClr val="566879"/>
                </a:solidFill>
                <a:latin typeface="Noto Sans CJK KR"/>
                <a:ea typeface="Noto Sans CJK KR"/>
                <a:cs typeface="Noto Sans CJK KR"/>
              </a:defRPr>
            </a:lvl8pPr>
            <a:lvl9pPr algn="l">
              <a:defRPr sz="1275" b="1">
                <a:solidFill>
                  <a:srgbClr val="566879"/>
                </a:solidFill>
                <a:latin typeface="Noto Sans CJK KR"/>
                <a:ea typeface="Noto Sans CJK KR"/>
                <a:cs typeface="Noto Sans CJK KR"/>
              </a:defRPr>
            </a:lvl9pPr>
          </a:lstStyle>
          <a:p xmlns:a="http://schemas.openxmlformats.org/drawingml/2006/main">
            <a:pPr algn="l">
              <a:defRPr sz="1275" b="1">
                <a:solidFill>
                  <a:srgbClr val="566879"/>
                </a:solidFill>
                <a:latin typeface="Noto Sans CJK KR"/>
                <a:ea typeface="Noto Sans CJK KR"/>
                <a:cs typeface="Noto Sans CJK KR"/>
              </a:defRPr>
            </a:pPr>
            <a:r>
              <a:rPr sz="1275" b="1">
                <a:solidFill>
                  <a:srgbClr val="566879"/>
                </a:solidFill>
                <a:latin typeface="Noto Sans CJK KR"/>
                <a:ea typeface="Noto Sans CJK KR"/>
                <a:cs typeface="Noto Sans CJK KR"/>
              </a:rPr>
              <a:t>질문</a:t>
            </a:r>
          </a:p>
        </p:txBody>
      </p:sp>
      <p:sp>
        <p:nvSpPr>
          <p:cNvPr id="29" name="">
            <a:extLst xmlns:a="http://schemas.openxmlformats.org/drawingml/2006/main">
              <a:ext uri="{FF2B5EF4-FFF2-40B4-BE49-F238E27FC236}">
                <a16:creationId xmlns:a16="http://schemas.microsoft.com/office/drawing/2014/main" id="{6926C8D5-5EA4-4BA9-9A7C-607E5069D332}"/>
              </a:ext>
            </a:extLst>
          </p:cNvPr>
          <p:cNvSpPr>
            <a:spLocks xmlns:a="http://schemas.openxmlformats.org/drawingml/2006/main"/>
          </p:cNvSpPr>
          <p:nvPr/>
        </p:nvSpPr>
        <p:spPr>
          <a:xfrm xmlns:a="http://schemas.openxmlformats.org/drawingml/2006/main">
            <a:off x="1943100" y="4352925"/>
            <a:ext cx="600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1">
                <a:solidFill>
                  <a:srgbClr val="132D46"/>
                </a:solidFill>
                <a:latin typeface="Noto Sans CJK KR"/>
                <a:ea typeface="Noto Sans CJK KR"/>
                <a:cs typeface="Noto Sans CJK KR"/>
              </a:defRPr>
            </a:defPPr>
            <a:lvl1pPr algn="l">
              <a:defRPr sz="1575" b="1">
                <a:solidFill>
                  <a:srgbClr val="132D46"/>
                </a:solidFill>
                <a:latin typeface="Noto Sans CJK KR"/>
                <a:ea typeface="Noto Sans CJK KR"/>
                <a:cs typeface="Noto Sans CJK KR"/>
              </a:defRPr>
            </a:lvl1pPr>
            <a:lvl2pPr algn="l">
              <a:defRPr sz="1575" b="1">
                <a:solidFill>
                  <a:srgbClr val="132D46"/>
                </a:solidFill>
                <a:latin typeface="Noto Sans CJK KR"/>
                <a:ea typeface="Noto Sans CJK KR"/>
                <a:cs typeface="Noto Sans CJK KR"/>
              </a:defRPr>
            </a:lvl2pPr>
            <a:lvl3pPr algn="l">
              <a:defRPr sz="1575" b="1">
                <a:solidFill>
                  <a:srgbClr val="132D46"/>
                </a:solidFill>
                <a:latin typeface="Noto Sans CJK KR"/>
                <a:ea typeface="Noto Sans CJK KR"/>
                <a:cs typeface="Noto Sans CJK KR"/>
              </a:defRPr>
            </a:lvl3pPr>
            <a:lvl4pPr algn="l">
              <a:defRPr sz="1575" b="1">
                <a:solidFill>
                  <a:srgbClr val="132D46"/>
                </a:solidFill>
                <a:latin typeface="Noto Sans CJK KR"/>
                <a:ea typeface="Noto Sans CJK KR"/>
                <a:cs typeface="Noto Sans CJK KR"/>
              </a:defRPr>
            </a:lvl4pPr>
            <a:lvl5pPr algn="l">
              <a:defRPr sz="1575" b="1">
                <a:solidFill>
                  <a:srgbClr val="132D46"/>
                </a:solidFill>
                <a:latin typeface="Noto Sans CJK KR"/>
                <a:ea typeface="Noto Sans CJK KR"/>
                <a:cs typeface="Noto Sans CJK KR"/>
              </a:defRPr>
            </a:lvl5pPr>
            <a:lvl6pPr algn="l">
              <a:defRPr sz="1575" b="1">
                <a:solidFill>
                  <a:srgbClr val="132D46"/>
                </a:solidFill>
                <a:latin typeface="Noto Sans CJK KR"/>
                <a:ea typeface="Noto Sans CJK KR"/>
                <a:cs typeface="Noto Sans CJK KR"/>
              </a:defRPr>
            </a:lvl6pPr>
            <a:lvl7pPr algn="l">
              <a:defRPr sz="1575" b="1">
                <a:solidFill>
                  <a:srgbClr val="132D46"/>
                </a:solidFill>
                <a:latin typeface="Noto Sans CJK KR"/>
                <a:ea typeface="Noto Sans CJK KR"/>
                <a:cs typeface="Noto Sans CJK KR"/>
              </a:defRPr>
            </a:lvl7pPr>
            <a:lvl8pPr algn="l">
              <a:defRPr sz="1575" b="1">
                <a:solidFill>
                  <a:srgbClr val="132D46"/>
                </a:solidFill>
                <a:latin typeface="Noto Sans CJK KR"/>
                <a:ea typeface="Noto Sans CJK KR"/>
                <a:cs typeface="Noto Sans CJK KR"/>
              </a:defRPr>
            </a:lvl8pPr>
            <a:lvl9pPr algn="l">
              <a:defRPr sz="1575" b="1">
                <a:solidFill>
                  <a:srgbClr val="132D46"/>
                </a:solidFill>
                <a:latin typeface="Noto Sans CJK KR"/>
                <a:ea typeface="Noto Sans CJK KR"/>
                <a:cs typeface="Noto Sans CJK KR"/>
              </a:defRPr>
            </a:lvl9pPr>
          </a:lstStyle>
          <a:p xmlns:a="http://schemas.openxmlformats.org/drawingml/2006/main">
            <a:pPr algn="l">
              <a:defRPr sz="1575" b="1">
                <a:solidFill>
                  <a:srgbClr val="132D46"/>
                </a:solidFill>
                <a:latin typeface="Noto Sans CJK KR"/>
                <a:ea typeface="Noto Sans CJK KR"/>
                <a:cs typeface="Noto Sans CJK KR"/>
              </a:defRPr>
            </a:pPr>
            <a:r>
              <a:rPr sz="1575" b="1">
                <a:solidFill>
                  <a:srgbClr val="132D46"/>
                </a:solidFill>
                <a:latin typeface="Noto Sans CJK KR"/>
                <a:ea typeface="Noto Sans CJK KR"/>
                <a:cs typeface="Noto Sans CJK KR"/>
              </a:rPr>
              <a:t>그중 팀장님이 보낸 내용만 요약해줘</a:t>
            </a:r>
          </a:p>
        </p:txBody>
      </p:sp>
      <p:sp>
        <p:nvSpPr>
          <p:cNvPr id="30" name="">
            <a:extLst xmlns:a="http://schemas.openxmlformats.org/drawingml/2006/main">
              <a:ext uri="{FF2B5EF4-FFF2-40B4-BE49-F238E27FC236}">
                <a16:creationId xmlns:a16="http://schemas.microsoft.com/office/drawing/2014/main" id="{3315AAF0-9C8E-4BEC-B2A5-EEC7D3A1C971}"/>
              </a:ext>
            </a:extLst>
          </p:cNvPr>
          <p:cNvSpPr>
            <a:spLocks xmlns:a="http://schemas.openxmlformats.org/drawingml/2006/main"/>
          </p:cNvSpPr>
          <p:nvPr/>
        </p:nvSpPr>
        <p:spPr>
          <a:xfrm xmlns:a="http://schemas.openxmlformats.org/drawingml/2006/main">
            <a:off x="1485900" y="4819650"/>
            <a:ext cx="6667500" cy="466725"/>
          </a:xfrm>
          <a:prstGeom xmlns:a="http://schemas.openxmlformats.org/drawingml/2006/main" prst="roundRect">
            <a:avLst>
              <a:gd name="adj" fmla="val 8163"/>
            </a:avLst>
          </a:prstGeom>
          <a:solidFill xmlns:a="http://schemas.openxmlformats.org/drawingml/2006/main">
            <a:srgbClr val="EBF5F4"/>
          </a:solidFill>
          <a:ln xmlns:a="http://schemas.openxmlformats.org/drawingml/2006/main" w="11430">
            <a:solidFill>
              <a:srgbClr val="D6E1E7"/>
            </a:solidFill>
          </a:ln>
        </p:spPr>
      </p:sp>
      <p:sp>
        <p:nvSpPr>
          <p:cNvPr id="31" name="">
            <a:extLst xmlns:a="http://schemas.openxmlformats.org/drawingml/2006/main">
              <a:ext uri="{FF2B5EF4-FFF2-40B4-BE49-F238E27FC236}">
                <a16:creationId xmlns:a16="http://schemas.microsoft.com/office/drawing/2014/main" id="{DB87D441-4FB5-4B2A-929F-FA3028F54E3E}"/>
              </a:ext>
            </a:extLst>
          </p:cNvPr>
          <p:cNvSpPr>
            <a:spLocks xmlns:a="http://schemas.openxmlformats.org/drawingml/2006/main"/>
          </p:cNvSpPr>
          <p:nvPr/>
        </p:nvSpPr>
        <p:spPr>
          <a:xfrm xmlns:a="http://schemas.openxmlformats.org/drawingml/2006/main">
            <a:off x="1638300" y="49053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1">
                <a:solidFill>
                  <a:srgbClr val="1C7B79"/>
                </a:solidFill>
                <a:latin typeface="Noto Sans CJK KR"/>
                <a:ea typeface="Noto Sans CJK KR"/>
                <a:cs typeface="Noto Sans CJK KR"/>
              </a:defRPr>
            </a:defPPr>
            <a:lvl1pPr algn="l">
              <a:defRPr sz="1275" b="1">
                <a:solidFill>
                  <a:srgbClr val="1C7B79"/>
                </a:solidFill>
                <a:latin typeface="Noto Sans CJK KR"/>
                <a:ea typeface="Noto Sans CJK KR"/>
                <a:cs typeface="Noto Sans CJK KR"/>
              </a:defRPr>
            </a:lvl1pPr>
            <a:lvl2pPr algn="l">
              <a:defRPr sz="1275" b="1">
                <a:solidFill>
                  <a:srgbClr val="1C7B79"/>
                </a:solidFill>
                <a:latin typeface="Noto Sans CJK KR"/>
                <a:ea typeface="Noto Sans CJK KR"/>
                <a:cs typeface="Noto Sans CJK KR"/>
              </a:defRPr>
            </a:lvl2pPr>
            <a:lvl3pPr algn="l">
              <a:defRPr sz="1275" b="1">
                <a:solidFill>
                  <a:srgbClr val="1C7B79"/>
                </a:solidFill>
                <a:latin typeface="Noto Sans CJK KR"/>
                <a:ea typeface="Noto Sans CJK KR"/>
                <a:cs typeface="Noto Sans CJK KR"/>
              </a:defRPr>
            </a:lvl3pPr>
            <a:lvl4pPr algn="l">
              <a:defRPr sz="1275" b="1">
                <a:solidFill>
                  <a:srgbClr val="1C7B79"/>
                </a:solidFill>
                <a:latin typeface="Noto Sans CJK KR"/>
                <a:ea typeface="Noto Sans CJK KR"/>
                <a:cs typeface="Noto Sans CJK KR"/>
              </a:defRPr>
            </a:lvl4pPr>
            <a:lvl5pPr algn="l">
              <a:defRPr sz="1275" b="1">
                <a:solidFill>
                  <a:srgbClr val="1C7B79"/>
                </a:solidFill>
                <a:latin typeface="Noto Sans CJK KR"/>
                <a:ea typeface="Noto Sans CJK KR"/>
                <a:cs typeface="Noto Sans CJK KR"/>
              </a:defRPr>
            </a:lvl5pPr>
            <a:lvl6pPr algn="l">
              <a:defRPr sz="1275" b="1">
                <a:solidFill>
                  <a:srgbClr val="1C7B79"/>
                </a:solidFill>
                <a:latin typeface="Noto Sans CJK KR"/>
                <a:ea typeface="Noto Sans CJK KR"/>
                <a:cs typeface="Noto Sans CJK KR"/>
              </a:defRPr>
            </a:lvl6pPr>
            <a:lvl7pPr algn="l">
              <a:defRPr sz="1275" b="1">
                <a:solidFill>
                  <a:srgbClr val="1C7B79"/>
                </a:solidFill>
                <a:latin typeface="Noto Sans CJK KR"/>
                <a:ea typeface="Noto Sans CJK KR"/>
                <a:cs typeface="Noto Sans CJK KR"/>
              </a:defRPr>
            </a:lvl7pPr>
            <a:lvl8pPr algn="l">
              <a:defRPr sz="1275" b="1">
                <a:solidFill>
                  <a:srgbClr val="1C7B79"/>
                </a:solidFill>
                <a:latin typeface="Noto Sans CJK KR"/>
                <a:ea typeface="Noto Sans CJK KR"/>
                <a:cs typeface="Noto Sans CJK KR"/>
              </a:defRPr>
            </a:lvl8pPr>
            <a:lvl9pPr algn="l">
              <a:defRPr sz="1275" b="1">
                <a:solidFill>
                  <a:srgbClr val="1C7B79"/>
                </a:solidFill>
                <a:latin typeface="Noto Sans CJK KR"/>
                <a:ea typeface="Noto Sans CJK KR"/>
                <a:cs typeface="Noto Sans CJK KR"/>
              </a:defRPr>
            </a:lvl9pPr>
          </a:lstStyle>
          <a:p xmlns:a="http://schemas.openxmlformats.org/drawingml/2006/main">
            <a:pPr algn="l">
              <a:defRPr sz="1275" b="1">
                <a:solidFill>
                  <a:srgbClr val="1C7B79"/>
                </a:solidFill>
                <a:latin typeface="Noto Sans CJK KR"/>
                <a:ea typeface="Noto Sans CJK KR"/>
                <a:cs typeface="Noto Sans CJK KR"/>
              </a:defRPr>
            </a:pPr>
            <a:r>
              <a:rPr sz="1275" b="1">
                <a:solidFill>
                  <a:srgbClr val="1C7B79"/>
                </a:solidFill>
                <a:latin typeface="Noto Sans CJK KR"/>
                <a:ea typeface="Noto Sans CJK KR"/>
                <a:cs typeface="Noto Sans CJK KR"/>
              </a:rPr>
              <a:t>Cube</a:t>
            </a:r>
          </a:p>
        </p:txBody>
      </p:sp>
      <p:sp>
        <p:nvSpPr>
          <p:cNvPr id="32" name="">
            <a:extLst xmlns:a="http://schemas.openxmlformats.org/drawingml/2006/main">
              <a:ext uri="{FF2B5EF4-FFF2-40B4-BE49-F238E27FC236}">
                <a16:creationId xmlns:a16="http://schemas.microsoft.com/office/drawing/2014/main" id="{3A23E73C-6B93-46B5-B3A8-F573C43288A1}"/>
              </a:ext>
            </a:extLst>
          </p:cNvPr>
          <p:cNvSpPr>
            <a:spLocks xmlns:a="http://schemas.openxmlformats.org/drawingml/2006/main"/>
          </p:cNvSpPr>
          <p:nvPr/>
        </p:nvSpPr>
        <p:spPr>
          <a:xfrm xmlns:a="http://schemas.openxmlformats.org/drawingml/2006/main">
            <a:off x="2362200" y="4905375"/>
            <a:ext cx="5648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132D46"/>
                </a:solidFill>
                <a:latin typeface="Noto Sans CJK KR"/>
                <a:ea typeface="Noto Sans CJK KR"/>
                <a:cs typeface="Noto Sans CJK KR"/>
              </a:defRPr>
            </a:defPPr>
            <a:lvl1pPr algn="l">
              <a:defRPr sz="1425" b="0">
                <a:solidFill>
                  <a:srgbClr val="132D46"/>
                </a:solidFill>
                <a:latin typeface="Noto Sans CJK KR"/>
                <a:ea typeface="Noto Sans CJK KR"/>
                <a:cs typeface="Noto Sans CJK KR"/>
              </a:defRPr>
            </a:lvl1pPr>
            <a:lvl2pPr algn="l">
              <a:defRPr sz="1425" b="0">
                <a:solidFill>
                  <a:srgbClr val="132D46"/>
                </a:solidFill>
                <a:latin typeface="Noto Sans CJK KR"/>
                <a:ea typeface="Noto Sans CJK KR"/>
                <a:cs typeface="Noto Sans CJK KR"/>
              </a:defRPr>
            </a:lvl2pPr>
            <a:lvl3pPr algn="l">
              <a:defRPr sz="1425" b="0">
                <a:solidFill>
                  <a:srgbClr val="132D46"/>
                </a:solidFill>
                <a:latin typeface="Noto Sans CJK KR"/>
                <a:ea typeface="Noto Sans CJK KR"/>
                <a:cs typeface="Noto Sans CJK KR"/>
              </a:defRPr>
            </a:lvl3pPr>
            <a:lvl4pPr algn="l">
              <a:defRPr sz="1425" b="0">
                <a:solidFill>
                  <a:srgbClr val="132D46"/>
                </a:solidFill>
                <a:latin typeface="Noto Sans CJK KR"/>
                <a:ea typeface="Noto Sans CJK KR"/>
                <a:cs typeface="Noto Sans CJK KR"/>
              </a:defRPr>
            </a:lvl4pPr>
            <a:lvl5pPr algn="l">
              <a:defRPr sz="1425" b="0">
                <a:solidFill>
                  <a:srgbClr val="132D46"/>
                </a:solidFill>
                <a:latin typeface="Noto Sans CJK KR"/>
                <a:ea typeface="Noto Sans CJK KR"/>
                <a:cs typeface="Noto Sans CJK KR"/>
              </a:defRPr>
            </a:lvl5pPr>
            <a:lvl6pPr algn="l">
              <a:defRPr sz="1425" b="0">
                <a:solidFill>
                  <a:srgbClr val="132D46"/>
                </a:solidFill>
                <a:latin typeface="Noto Sans CJK KR"/>
                <a:ea typeface="Noto Sans CJK KR"/>
                <a:cs typeface="Noto Sans CJK KR"/>
              </a:defRPr>
            </a:lvl6pPr>
            <a:lvl7pPr algn="l">
              <a:defRPr sz="1425" b="0">
                <a:solidFill>
                  <a:srgbClr val="132D46"/>
                </a:solidFill>
                <a:latin typeface="Noto Sans CJK KR"/>
                <a:ea typeface="Noto Sans CJK KR"/>
                <a:cs typeface="Noto Sans CJK KR"/>
              </a:defRPr>
            </a:lvl7pPr>
            <a:lvl8pPr algn="l">
              <a:defRPr sz="1425" b="0">
                <a:solidFill>
                  <a:srgbClr val="132D46"/>
                </a:solidFill>
                <a:latin typeface="Noto Sans CJK KR"/>
                <a:ea typeface="Noto Sans CJK KR"/>
                <a:cs typeface="Noto Sans CJK KR"/>
              </a:defRPr>
            </a:lvl8pPr>
            <a:lvl9pPr algn="l">
              <a:defRPr sz="1425" b="0">
                <a:solidFill>
                  <a:srgbClr val="132D46"/>
                </a:solidFill>
                <a:latin typeface="Noto Sans CJK KR"/>
                <a:ea typeface="Noto Sans CJK KR"/>
                <a:cs typeface="Noto Sans CJK KR"/>
              </a:defRPr>
            </a:lvl9pPr>
          </a:lstStyle>
          <a:p xmlns:a="http://schemas.openxmlformats.org/drawingml/2006/main">
            <a:pPr algn="l">
              <a:defRPr sz="1425" b="0">
                <a:solidFill>
                  <a:srgbClr val="132D46"/>
                </a:solidFill>
                <a:latin typeface="Noto Sans CJK KR"/>
                <a:ea typeface="Noto Sans CJK KR"/>
                <a:cs typeface="Noto Sans CJK KR"/>
              </a:defRPr>
            </a:pPr>
            <a:r>
              <a:rPr sz="1425" b="0">
                <a:solidFill>
                  <a:srgbClr val="132D46"/>
                </a:solidFill>
                <a:latin typeface="Noto Sans CJK KR"/>
                <a:ea typeface="Noto Sans CJK KR"/>
                <a:cs typeface="Noto Sans CJK KR"/>
              </a:rPr>
              <a:t>이전 질문의 맥락과 발신자 조건을 반영해요</a:t>
            </a:r>
          </a:p>
        </p:txBody>
      </p:sp>
      <p:pic>
        <p:nvPicPr>
          <p:cNvPr id="33" name="">
            <a:extLst xmlns:a="http://schemas.openxmlformats.org/drawingml/2006/main">
              <a:ext uri="{FF2B5EF4-FFF2-40B4-BE49-F238E27FC236}">
                <a16:creationId xmlns:a16="http://schemas.microsoft.com/office/drawing/2014/main" id="{1193377D-5E09-4ED5-B45A-557F051A5DB2}"/>
              </a:ext>
            </a:extLst>
          </p:cNvPr>
          <p:cNvPicPr>
            <a:picLocks xmlns:a="http://schemas.openxmlformats.org/drawingml/2006/main" noChangeAspect="1"/>
          </p:cNvPicPr>
          <p:nvPr/>
        </p:nvPicPr>
        <p:blipFill>
          <a:blip xmlns:r="http://schemas.openxmlformats.org/officeDocument/2006/relationships" xmlns:a="http://schemas.openxmlformats.org/drawingml/2006/main" r:embed="R033c8ab83aa64e91"/>
          <a:srcRect xmlns:a="http://schemas.openxmlformats.org/drawingml/2006/main" l="56280" t="29330" r="26376" b="40489"/>
          <a:stretch xmlns:a="http://schemas.openxmlformats.org/drawingml/2006/main"/>
        </p:blipFill>
        <p:spPr>
          <a:xfrm xmlns:a="http://schemas.openxmlformats.org/drawingml/2006/main">
            <a:off x="8858250" y="4362450"/>
            <a:ext cx="609600" cy="590550"/>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058ACEE6-9B7F-4965-BC98-0626F85EB8C6}"/>
              </a:ext>
            </a:extLst>
          </p:cNvPr>
          <p:cNvSpPr>
            <a:spLocks xmlns:a="http://schemas.openxmlformats.org/drawingml/2006/main"/>
          </p:cNvSpPr>
          <p:nvPr/>
        </p:nvSpPr>
        <p:spPr>
          <a:xfrm xmlns:a="http://schemas.openxmlformats.org/drawingml/2006/main">
            <a:off x="9601200" y="4343400"/>
            <a:ext cx="2076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1">
                <a:solidFill>
                  <a:srgbClr val="1C7B79"/>
                </a:solidFill>
                <a:latin typeface="Noto Sans CJK KR"/>
                <a:ea typeface="Noto Sans CJK KR"/>
                <a:cs typeface="Noto Sans CJK KR"/>
              </a:defRPr>
            </a:defPPr>
            <a:lvl1pPr algn="l">
              <a:defRPr sz="1575" b="1">
                <a:solidFill>
                  <a:srgbClr val="1C7B79"/>
                </a:solidFill>
                <a:latin typeface="Noto Sans CJK KR"/>
                <a:ea typeface="Noto Sans CJK KR"/>
                <a:cs typeface="Noto Sans CJK KR"/>
              </a:defRPr>
            </a:lvl1pPr>
            <a:lvl2pPr algn="l">
              <a:defRPr sz="1575" b="1">
                <a:solidFill>
                  <a:srgbClr val="1C7B79"/>
                </a:solidFill>
                <a:latin typeface="Noto Sans CJK KR"/>
                <a:ea typeface="Noto Sans CJK KR"/>
                <a:cs typeface="Noto Sans CJK KR"/>
              </a:defRPr>
            </a:lvl2pPr>
            <a:lvl3pPr algn="l">
              <a:defRPr sz="1575" b="1">
                <a:solidFill>
                  <a:srgbClr val="1C7B79"/>
                </a:solidFill>
                <a:latin typeface="Noto Sans CJK KR"/>
                <a:ea typeface="Noto Sans CJK KR"/>
                <a:cs typeface="Noto Sans CJK KR"/>
              </a:defRPr>
            </a:lvl3pPr>
            <a:lvl4pPr algn="l">
              <a:defRPr sz="1575" b="1">
                <a:solidFill>
                  <a:srgbClr val="1C7B79"/>
                </a:solidFill>
                <a:latin typeface="Noto Sans CJK KR"/>
                <a:ea typeface="Noto Sans CJK KR"/>
                <a:cs typeface="Noto Sans CJK KR"/>
              </a:defRPr>
            </a:lvl4pPr>
            <a:lvl5pPr algn="l">
              <a:defRPr sz="1575" b="1">
                <a:solidFill>
                  <a:srgbClr val="1C7B79"/>
                </a:solidFill>
                <a:latin typeface="Noto Sans CJK KR"/>
                <a:ea typeface="Noto Sans CJK KR"/>
                <a:cs typeface="Noto Sans CJK KR"/>
              </a:defRPr>
            </a:lvl5pPr>
            <a:lvl6pPr algn="l">
              <a:defRPr sz="1575" b="1">
                <a:solidFill>
                  <a:srgbClr val="1C7B79"/>
                </a:solidFill>
                <a:latin typeface="Noto Sans CJK KR"/>
                <a:ea typeface="Noto Sans CJK KR"/>
                <a:cs typeface="Noto Sans CJK KR"/>
              </a:defRPr>
            </a:lvl6pPr>
            <a:lvl7pPr algn="l">
              <a:defRPr sz="1575" b="1">
                <a:solidFill>
                  <a:srgbClr val="1C7B79"/>
                </a:solidFill>
                <a:latin typeface="Noto Sans CJK KR"/>
                <a:ea typeface="Noto Sans CJK KR"/>
                <a:cs typeface="Noto Sans CJK KR"/>
              </a:defRPr>
            </a:lvl7pPr>
            <a:lvl8pPr algn="l">
              <a:defRPr sz="1575" b="1">
                <a:solidFill>
                  <a:srgbClr val="1C7B79"/>
                </a:solidFill>
                <a:latin typeface="Noto Sans CJK KR"/>
                <a:ea typeface="Noto Sans CJK KR"/>
                <a:cs typeface="Noto Sans CJK KR"/>
              </a:defRPr>
            </a:lvl8pPr>
            <a:lvl9pPr algn="l">
              <a:defRPr sz="1575" b="1">
                <a:solidFill>
                  <a:srgbClr val="1C7B79"/>
                </a:solidFill>
                <a:latin typeface="Noto Sans CJK KR"/>
                <a:ea typeface="Noto Sans CJK KR"/>
                <a:cs typeface="Noto Sans CJK KR"/>
              </a:defRPr>
            </a:lvl9pPr>
          </a:lstStyle>
          <a:p xmlns:a="http://schemas.openxmlformats.org/drawingml/2006/main">
            <a:pPr algn="l">
              <a:defRPr sz="1575" b="1">
                <a:solidFill>
                  <a:srgbClr val="1C7B79"/>
                </a:solidFill>
                <a:latin typeface="Noto Sans CJK KR"/>
                <a:ea typeface="Noto Sans CJK KR"/>
                <a:cs typeface="Noto Sans CJK KR"/>
              </a:defRPr>
            </a:pPr>
            <a:r>
              <a:rPr sz="1575" b="1">
                <a:solidFill>
                  <a:srgbClr val="1C7B79"/>
                </a:solidFill>
                <a:latin typeface="Noto Sans CJK KR"/>
                <a:ea typeface="Noto Sans CJK KR"/>
                <a:cs typeface="Noto Sans CJK KR"/>
              </a:rPr>
              <a:t>근거 확인</a:t>
            </a:r>
          </a:p>
        </p:txBody>
      </p:sp>
      <p:sp>
        <p:nvSpPr>
          <p:cNvPr id="35" name="">
            <a:extLst xmlns:a="http://schemas.openxmlformats.org/drawingml/2006/main">
              <a:ext uri="{FF2B5EF4-FFF2-40B4-BE49-F238E27FC236}">
                <a16:creationId xmlns:a16="http://schemas.microsoft.com/office/drawing/2014/main" id="{E7CC007C-8D76-4F52-B1B0-C35FD176C725}"/>
              </a:ext>
            </a:extLst>
          </p:cNvPr>
          <p:cNvSpPr>
            <a:spLocks xmlns:a="http://schemas.openxmlformats.org/drawingml/2006/main"/>
          </p:cNvSpPr>
          <p:nvPr/>
        </p:nvSpPr>
        <p:spPr>
          <a:xfrm xmlns:a="http://schemas.openxmlformats.org/drawingml/2006/main">
            <a:off x="9601200" y="4762500"/>
            <a:ext cx="2076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350" b="0">
                <a:solidFill>
                  <a:srgbClr val="566879"/>
                </a:solidFill>
                <a:latin typeface="Noto Sans CJK KR"/>
                <a:ea typeface="Noto Sans CJK KR"/>
                <a:cs typeface="Noto Sans CJK KR"/>
              </a:defRPr>
            </a:defPPr>
            <a:lvl1pPr algn="l">
              <a:defRPr sz="1350" b="0">
                <a:solidFill>
                  <a:srgbClr val="566879"/>
                </a:solidFill>
                <a:latin typeface="Noto Sans CJK KR"/>
                <a:ea typeface="Noto Sans CJK KR"/>
                <a:cs typeface="Noto Sans CJK KR"/>
              </a:defRPr>
            </a:lvl1pPr>
            <a:lvl2pPr algn="l">
              <a:defRPr sz="1350" b="0">
                <a:solidFill>
                  <a:srgbClr val="566879"/>
                </a:solidFill>
                <a:latin typeface="Noto Sans CJK KR"/>
                <a:ea typeface="Noto Sans CJK KR"/>
                <a:cs typeface="Noto Sans CJK KR"/>
              </a:defRPr>
            </a:lvl2pPr>
            <a:lvl3pPr algn="l">
              <a:defRPr sz="1350" b="0">
                <a:solidFill>
                  <a:srgbClr val="566879"/>
                </a:solidFill>
                <a:latin typeface="Noto Sans CJK KR"/>
                <a:ea typeface="Noto Sans CJK KR"/>
                <a:cs typeface="Noto Sans CJK KR"/>
              </a:defRPr>
            </a:lvl3pPr>
            <a:lvl4pPr algn="l">
              <a:defRPr sz="1350" b="0">
                <a:solidFill>
                  <a:srgbClr val="566879"/>
                </a:solidFill>
                <a:latin typeface="Noto Sans CJK KR"/>
                <a:ea typeface="Noto Sans CJK KR"/>
                <a:cs typeface="Noto Sans CJK KR"/>
              </a:defRPr>
            </a:lvl4pPr>
            <a:lvl5pPr algn="l">
              <a:defRPr sz="1350" b="0">
                <a:solidFill>
                  <a:srgbClr val="566879"/>
                </a:solidFill>
                <a:latin typeface="Noto Sans CJK KR"/>
                <a:ea typeface="Noto Sans CJK KR"/>
                <a:cs typeface="Noto Sans CJK KR"/>
              </a:defRPr>
            </a:lvl5pPr>
            <a:lvl6pPr algn="l">
              <a:defRPr sz="1350" b="0">
                <a:solidFill>
                  <a:srgbClr val="566879"/>
                </a:solidFill>
                <a:latin typeface="Noto Sans CJK KR"/>
                <a:ea typeface="Noto Sans CJK KR"/>
                <a:cs typeface="Noto Sans CJK KR"/>
              </a:defRPr>
            </a:lvl6pPr>
            <a:lvl7pPr algn="l">
              <a:defRPr sz="1350" b="0">
                <a:solidFill>
                  <a:srgbClr val="566879"/>
                </a:solidFill>
                <a:latin typeface="Noto Sans CJK KR"/>
                <a:ea typeface="Noto Sans CJK KR"/>
                <a:cs typeface="Noto Sans CJK KR"/>
              </a:defRPr>
            </a:lvl7pPr>
            <a:lvl8pPr algn="l">
              <a:defRPr sz="1350" b="0">
                <a:solidFill>
                  <a:srgbClr val="566879"/>
                </a:solidFill>
                <a:latin typeface="Noto Sans CJK KR"/>
                <a:ea typeface="Noto Sans CJK KR"/>
                <a:cs typeface="Noto Sans CJK KR"/>
              </a:defRPr>
            </a:lvl8pPr>
            <a:lvl9pPr algn="l">
              <a:defRPr sz="1350" b="0">
                <a:solidFill>
                  <a:srgbClr val="566879"/>
                </a:solidFill>
                <a:latin typeface="Noto Sans CJK KR"/>
                <a:ea typeface="Noto Sans CJK KR"/>
                <a:cs typeface="Noto Sans CJK KR"/>
              </a:defRPr>
            </a:lvl9pPr>
          </a:lstStyle>
          <a:p xmlns:a="http://schemas.openxmlformats.org/drawingml/2006/main">
            <a:pPr algn="l">
              <a:defRPr sz="1350" b="0">
                <a:solidFill>
                  <a:srgbClr val="566879"/>
                </a:solidFill>
                <a:latin typeface="Noto Sans CJK KR"/>
                <a:ea typeface="Noto Sans CJK KR"/>
                <a:cs typeface="Noto Sans CJK KR"/>
              </a:defRPr>
            </a:pPr>
            <a:r>
              <a:rPr sz="1350" b="0">
                <a:solidFill>
                  <a:srgbClr val="566879"/>
                </a:solidFill>
                <a:latin typeface="Noto Sans CJK KR"/>
                <a:ea typeface="Noto Sans CJK KR"/>
                <a:cs typeface="Noto Sans CJK KR"/>
              </a:rPr>
              <a:t>답변에 활용한</a:t>
            </a:r>
          </a:p>
          <a:p xmlns:a="http://schemas.openxmlformats.org/drawingml/2006/main">
            <a:pPr algn="l">
              <a:defRPr sz="1350" b="0">
                <a:solidFill>
                  <a:srgbClr val="566879"/>
                </a:solidFill>
                <a:latin typeface="Noto Sans CJK KR"/>
                <a:ea typeface="Noto Sans CJK KR"/>
                <a:cs typeface="Noto Sans CJK KR"/>
              </a:defRPr>
            </a:pPr>
            <a:r>
              <a:rPr sz="1350" b="0">
                <a:solidFill>
                  <a:srgbClr val="566879"/>
                </a:solidFill>
                <a:latin typeface="Noto Sans CJK KR"/>
                <a:ea typeface="Noto Sans CJK KR"/>
                <a:cs typeface="Noto Sans CJK KR"/>
              </a:rPr>
              <a:t>자료의 출처 확인</a:t>
            </a:r>
          </a:p>
        </p:txBody>
      </p:sp>
      <p:sp>
        <p:nvSpPr>
          <p:cNvPr id="36" name="">
            <a:extLst xmlns:a="http://schemas.openxmlformats.org/drawingml/2006/main">
              <a:ext uri="{FF2B5EF4-FFF2-40B4-BE49-F238E27FC236}">
                <a16:creationId xmlns:a16="http://schemas.microsoft.com/office/drawing/2014/main" id="{9A30830B-BC62-4D56-A606-F6E3A0364D1D}"/>
              </a:ext>
            </a:extLst>
          </p:cNvPr>
          <p:cNvSpPr>
            <a:spLocks xmlns:a="http://schemas.openxmlformats.org/drawingml/2006/main"/>
          </p:cNvSpPr>
          <p:nvPr/>
        </p:nvSpPr>
        <p:spPr>
          <a:xfrm xmlns:a="http://schemas.openxmlformats.org/drawingml/2006/main">
            <a:off x="8524875" y="1276350"/>
            <a:ext cx="0" cy="4095750"/>
          </a:xfrm>
          <a:prstGeom xmlns:a="http://schemas.openxmlformats.org/drawingml/2006/main" prst="line">
            <a:avLst/>
          </a:prstGeom>
          <a:noFill xmlns:a="http://schemas.openxmlformats.org/drawingml/2006/main"/>
          <a:ln xmlns:a="http://schemas.openxmlformats.org/drawingml/2006/main" w="9525">
            <a:solidFill>
              <a:srgbClr val="D6E1E7"/>
            </a:solidFill>
          </a:ln>
        </p:spPr>
      </p:sp>
      <p:sp>
        <p:nvSpPr>
          <p:cNvPr id="37" name="">
            <a:extLst xmlns:a="http://schemas.openxmlformats.org/drawingml/2006/main">
              <a:ext uri="{FF2B5EF4-FFF2-40B4-BE49-F238E27FC236}">
                <a16:creationId xmlns:a16="http://schemas.microsoft.com/office/drawing/2014/main" id="{49E4F77F-3CCF-48EE-BFC6-0E33E08B1F65}"/>
              </a:ext>
            </a:extLst>
          </p:cNvPr>
          <p:cNvSpPr>
            <a:spLocks xmlns:a="http://schemas.openxmlformats.org/drawingml/2006/main"/>
          </p:cNvSpPr>
          <p:nvPr/>
        </p:nvSpPr>
        <p:spPr>
          <a:xfrm xmlns:a="http://schemas.openxmlformats.org/drawingml/2006/main">
            <a:off x="514350" y="5819775"/>
            <a:ext cx="11163300" cy="466725"/>
          </a:xfrm>
          <a:prstGeom xmlns:a="http://schemas.openxmlformats.org/drawingml/2006/main" prst="rect">
            <a:avLst/>
          </a:prstGeom>
          <a:solidFill xmlns:a="http://schemas.openxmlformats.org/drawingml/2006/main">
            <a:srgbClr val="EBF5F4"/>
          </a:solidFill>
          <a:ln xmlns:a="http://schemas.openxmlformats.org/drawingml/2006/main" w="11430">
            <a:solidFill>
              <a:srgbClr val="D6E1E7"/>
            </a:solidFill>
          </a:ln>
        </p:spPr>
      </p:sp>
      <p:sp>
        <p:nvSpPr>
          <p:cNvPr id="38" name="">
            <a:extLst xmlns:a="http://schemas.openxmlformats.org/drawingml/2006/main">
              <a:ext uri="{FF2B5EF4-FFF2-40B4-BE49-F238E27FC236}">
                <a16:creationId xmlns:a16="http://schemas.microsoft.com/office/drawing/2014/main" id="{B7C3FFB8-A331-4FA5-8845-1AE82E121A46}"/>
              </a:ext>
            </a:extLst>
          </p:cNvPr>
          <p:cNvSpPr>
            <a:spLocks xmlns:a="http://schemas.openxmlformats.org/drawingml/2006/main"/>
          </p:cNvSpPr>
          <p:nvPr/>
        </p:nvSpPr>
        <p:spPr>
          <a:xfrm xmlns:a="http://schemas.openxmlformats.org/drawingml/2006/main">
            <a:off x="666750" y="59055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1">
                <a:solidFill>
                  <a:srgbClr val="1C7B79"/>
                </a:solidFill>
                <a:latin typeface="Noto Sans CJK KR"/>
                <a:ea typeface="Noto Sans CJK KR"/>
                <a:cs typeface="Noto Sans CJK KR"/>
              </a:defRPr>
            </a:defPPr>
            <a:lvl1pPr algn="l">
              <a:defRPr sz="1500" b="1">
                <a:solidFill>
                  <a:srgbClr val="1C7B79"/>
                </a:solidFill>
                <a:latin typeface="Noto Sans CJK KR"/>
                <a:ea typeface="Noto Sans CJK KR"/>
                <a:cs typeface="Noto Sans CJK KR"/>
              </a:defRPr>
            </a:lvl1pPr>
            <a:lvl2pPr algn="l">
              <a:defRPr sz="1500" b="1">
                <a:solidFill>
                  <a:srgbClr val="1C7B79"/>
                </a:solidFill>
                <a:latin typeface="Noto Sans CJK KR"/>
                <a:ea typeface="Noto Sans CJK KR"/>
                <a:cs typeface="Noto Sans CJK KR"/>
              </a:defRPr>
            </a:lvl2pPr>
            <a:lvl3pPr algn="l">
              <a:defRPr sz="1500" b="1">
                <a:solidFill>
                  <a:srgbClr val="1C7B79"/>
                </a:solidFill>
                <a:latin typeface="Noto Sans CJK KR"/>
                <a:ea typeface="Noto Sans CJK KR"/>
                <a:cs typeface="Noto Sans CJK KR"/>
              </a:defRPr>
            </a:lvl3pPr>
            <a:lvl4pPr algn="l">
              <a:defRPr sz="1500" b="1">
                <a:solidFill>
                  <a:srgbClr val="1C7B79"/>
                </a:solidFill>
                <a:latin typeface="Noto Sans CJK KR"/>
                <a:ea typeface="Noto Sans CJK KR"/>
                <a:cs typeface="Noto Sans CJK KR"/>
              </a:defRPr>
            </a:lvl4pPr>
            <a:lvl5pPr algn="l">
              <a:defRPr sz="1500" b="1">
                <a:solidFill>
                  <a:srgbClr val="1C7B79"/>
                </a:solidFill>
                <a:latin typeface="Noto Sans CJK KR"/>
                <a:ea typeface="Noto Sans CJK KR"/>
                <a:cs typeface="Noto Sans CJK KR"/>
              </a:defRPr>
            </a:lvl5pPr>
            <a:lvl6pPr algn="l">
              <a:defRPr sz="1500" b="1">
                <a:solidFill>
                  <a:srgbClr val="1C7B79"/>
                </a:solidFill>
                <a:latin typeface="Noto Sans CJK KR"/>
                <a:ea typeface="Noto Sans CJK KR"/>
                <a:cs typeface="Noto Sans CJK KR"/>
              </a:defRPr>
            </a:lvl6pPr>
            <a:lvl7pPr algn="l">
              <a:defRPr sz="1500" b="1">
                <a:solidFill>
                  <a:srgbClr val="1C7B79"/>
                </a:solidFill>
                <a:latin typeface="Noto Sans CJK KR"/>
                <a:ea typeface="Noto Sans CJK KR"/>
                <a:cs typeface="Noto Sans CJK KR"/>
              </a:defRPr>
            </a:lvl7pPr>
            <a:lvl8pPr algn="l">
              <a:defRPr sz="1500" b="1">
                <a:solidFill>
                  <a:srgbClr val="1C7B79"/>
                </a:solidFill>
                <a:latin typeface="Noto Sans CJK KR"/>
                <a:ea typeface="Noto Sans CJK KR"/>
                <a:cs typeface="Noto Sans CJK KR"/>
              </a:defRPr>
            </a:lvl8pPr>
            <a:lvl9pPr algn="l">
              <a:defRPr sz="1500" b="1">
                <a:solidFill>
                  <a:srgbClr val="1C7B79"/>
                </a:solidFill>
                <a:latin typeface="Noto Sans CJK KR"/>
                <a:ea typeface="Noto Sans CJK KR"/>
                <a:cs typeface="Noto Sans CJK KR"/>
              </a:defRPr>
            </a:lvl9pPr>
          </a:lstStyle>
          <a:p xmlns:a="http://schemas.openxmlformats.org/drawingml/2006/main">
            <a:pPr algn="l">
              <a:defRPr sz="1500" b="1">
                <a:solidFill>
                  <a:srgbClr val="1C7B79"/>
                </a:solidFill>
                <a:latin typeface="Noto Sans CJK KR"/>
                <a:ea typeface="Noto Sans CJK KR"/>
                <a:cs typeface="Noto Sans CJK KR"/>
              </a:defRPr>
            </a:pPr>
            <a:r>
              <a:rPr sz="1500" b="1">
                <a:solidFill>
                  <a:srgbClr val="1C7B79"/>
                </a:solidFill>
                <a:latin typeface="Noto Sans CJK KR"/>
                <a:ea typeface="Noto Sans CJK KR"/>
                <a:cs typeface="Noto Sans CJK KR"/>
              </a:rPr>
              <a:t>구현 역량</a:t>
            </a:r>
          </a:p>
        </p:txBody>
      </p:sp>
      <p:sp>
        <p:nvSpPr>
          <p:cNvPr id="39" name="">
            <a:extLst xmlns:a="http://schemas.openxmlformats.org/drawingml/2006/main">
              <a:ext uri="{FF2B5EF4-FFF2-40B4-BE49-F238E27FC236}">
                <a16:creationId xmlns:a16="http://schemas.microsoft.com/office/drawing/2014/main" id="{F770FDAC-6ED2-445A-BF19-9471FF98CB10}"/>
              </a:ext>
            </a:extLst>
          </p:cNvPr>
          <p:cNvSpPr>
            <a:spLocks xmlns:a="http://schemas.openxmlformats.org/drawingml/2006/main"/>
          </p:cNvSpPr>
          <p:nvPr/>
        </p:nvSpPr>
        <p:spPr>
          <a:xfrm xmlns:a="http://schemas.openxmlformats.org/drawingml/2006/main">
            <a:off x="2419350" y="590550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1">
                <a:solidFill>
                  <a:srgbClr val="132D46"/>
                </a:solidFill>
                <a:latin typeface="Noto Sans CJK KR"/>
                <a:ea typeface="Noto Sans CJK KR"/>
                <a:cs typeface="Noto Sans CJK KR"/>
              </a:defRPr>
            </a:defPPr>
            <a:lvl1pPr algn="l">
              <a:defRPr sz="1575" b="1">
                <a:solidFill>
                  <a:srgbClr val="132D46"/>
                </a:solidFill>
                <a:latin typeface="Noto Sans CJK KR"/>
                <a:ea typeface="Noto Sans CJK KR"/>
                <a:cs typeface="Noto Sans CJK KR"/>
              </a:defRPr>
            </a:lvl1pPr>
            <a:lvl2pPr algn="l">
              <a:defRPr sz="1575" b="1">
                <a:solidFill>
                  <a:srgbClr val="132D46"/>
                </a:solidFill>
                <a:latin typeface="Noto Sans CJK KR"/>
                <a:ea typeface="Noto Sans CJK KR"/>
                <a:cs typeface="Noto Sans CJK KR"/>
              </a:defRPr>
            </a:lvl2pPr>
            <a:lvl3pPr algn="l">
              <a:defRPr sz="1575" b="1">
                <a:solidFill>
                  <a:srgbClr val="132D46"/>
                </a:solidFill>
                <a:latin typeface="Noto Sans CJK KR"/>
                <a:ea typeface="Noto Sans CJK KR"/>
                <a:cs typeface="Noto Sans CJK KR"/>
              </a:defRPr>
            </a:lvl3pPr>
            <a:lvl4pPr algn="l">
              <a:defRPr sz="1575" b="1">
                <a:solidFill>
                  <a:srgbClr val="132D46"/>
                </a:solidFill>
                <a:latin typeface="Noto Sans CJK KR"/>
                <a:ea typeface="Noto Sans CJK KR"/>
                <a:cs typeface="Noto Sans CJK KR"/>
              </a:defRPr>
            </a:lvl4pPr>
            <a:lvl5pPr algn="l">
              <a:defRPr sz="1575" b="1">
                <a:solidFill>
                  <a:srgbClr val="132D46"/>
                </a:solidFill>
                <a:latin typeface="Noto Sans CJK KR"/>
                <a:ea typeface="Noto Sans CJK KR"/>
                <a:cs typeface="Noto Sans CJK KR"/>
              </a:defRPr>
            </a:lvl5pPr>
            <a:lvl6pPr algn="l">
              <a:defRPr sz="1575" b="1">
                <a:solidFill>
                  <a:srgbClr val="132D46"/>
                </a:solidFill>
                <a:latin typeface="Noto Sans CJK KR"/>
                <a:ea typeface="Noto Sans CJK KR"/>
                <a:cs typeface="Noto Sans CJK KR"/>
              </a:defRPr>
            </a:lvl6pPr>
            <a:lvl7pPr algn="l">
              <a:defRPr sz="1575" b="1">
                <a:solidFill>
                  <a:srgbClr val="132D46"/>
                </a:solidFill>
                <a:latin typeface="Noto Sans CJK KR"/>
                <a:ea typeface="Noto Sans CJK KR"/>
                <a:cs typeface="Noto Sans CJK KR"/>
              </a:defRPr>
            </a:lvl7pPr>
            <a:lvl8pPr algn="l">
              <a:defRPr sz="1575" b="1">
                <a:solidFill>
                  <a:srgbClr val="132D46"/>
                </a:solidFill>
                <a:latin typeface="Noto Sans CJK KR"/>
                <a:ea typeface="Noto Sans CJK KR"/>
                <a:cs typeface="Noto Sans CJK KR"/>
              </a:defRPr>
            </a:lvl8pPr>
            <a:lvl9pPr algn="l">
              <a:defRPr sz="1575" b="1">
                <a:solidFill>
                  <a:srgbClr val="132D46"/>
                </a:solidFill>
                <a:latin typeface="Noto Sans CJK KR"/>
                <a:ea typeface="Noto Sans CJK KR"/>
                <a:cs typeface="Noto Sans CJK KR"/>
              </a:defRPr>
            </a:lvl9pPr>
          </a:lstStyle>
          <a:p xmlns:a="http://schemas.openxmlformats.org/drawingml/2006/main">
            <a:pPr algn="l">
              <a:defRPr sz="1575" b="1">
                <a:solidFill>
                  <a:srgbClr val="132D46"/>
                </a:solidFill>
                <a:latin typeface="Noto Sans CJK KR"/>
                <a:ea typeface="Noto Sans CJK KR"/>
                <a:cs typeface="Noto Sans CJK KR"/>
              </a:defRPr>
            </a:pPr>
            <a:r>
              <a:rPr sz="1575" b="1">
                <a:solidFill>
                  <a:srgbClr val="132D46"/>
                </a:solidFill>
                <a:latin typeface="Noto Sans CJK KR"/>
                <a:ea typeface="Noto Sans CJK KR"/>
                <a:cs typeface="Noto Sans CJK KR"/>
              </a:rPr>
              <a:t>메일·일정 통합 검색 설계</a:t>
            </a:r>
          </a:p>
        </p:txBody>
      </p:sp>
      <p:sp>
        <p:nvSpPr>
          <p:cNvPr id="40" name="">
            <a:extLst xmlns:a="http://schemas.openxmlformats.org/drawingml/2006/main">
              <a:ext uri="{FF2B5EF4-FFF2-40B4-BE49-F238E27FC236}">
                <a16:creationId xmlns:a16="http://schemas.microsoft.com/office/drawing/2014/main" id="{DFD2D315-11B6-4B2C-B9C4-BB2C0BB749B9}"/>
              </a:ext>
            </a:extLst>
          </p:cNvPr>
          <p:cNvSpPr>
            <a:spLocks xmlns:a="http://schemas.openxmlformats.org/drawingml/2006/main"/>
          </p:cNvSpPr>
          <p:nvPr/>
        </p:nvSpPr>
        <p:spPr>
          <a:xfrm xmlns:a="http://schemas.openxmlformats.org/drawingml/2006/main">
            <a:off x="6819900" y="590550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1">
                <a:solidFill>
                  <a:srgbClr val="132D46"/>
                </a:solidFill>
                <a:latin typeface="Noto Sans CJK KR"/>
                <a:ea typeface="Noto Sans CJK KR"/>
                <a:cs typeface="Noto Sans CJK KR"/>
              </a:defRPr>
            </a:defPPr>
            <a:lvl1pPr algn="l">
              <a:defRPr sz="1575" b="1">
                <a:solidFill>
                  <a:srgbClr val="132D46"/>
                </a:solidFill>
                <a:latin typeface="Noto Sans CJK KR"/>
                <a:ea typeface="Noto Sans CJK KR"/>
                <a:cs typeface="Noto Sans CJK KR"/>
              </a:defRPr>
            </a:lvl1pPr>
            <a:lvl2pPr algn="l">
              <a:defRPr sz="1575" b="1">
                <a:solidFill>
                  <a:srgbClr val="132D46"/>
                </a:solidFill>
                <a:latin typeface="Noto Sans CJK KR"/>
                <a:ea typeface="Noto Sans CJK KR"/>
                <a:cs typeface="Noto Sans CJK KR"/>
              </a:defRPr>
            </a:lvl2pPr>
            <a:lvl3pPr algn="l">
              <a:defRPr sz="1575" b="1">
                <a:solidFill>
                  <a:srgbClr val="132D46"/>
                </a:solidFill>
                <a:latin typeface="Noto Sans CJK KR"/>
                <a:ea typeface="Noto Sans CJK KR"/>
                <a:cs typeface="Noto Sans CJK KR"/>
              </a:defRPr>
            </a:lvl3pPr>
            <a:lvl4pPr algn="l">
              <a:defRPr sz="1575" b="1">
                <a:solidFill>
                  <a:srgbClr val="132D46"/>
                </a:solidFill>
                <a:latin typeface="Noto Sans CJK KR"/>
                <a:ea typeface="Noto Sans CJK KR"/>
                <a:cs typeface="Noto Sans CJK KR"/>
              </a:defRPr>
            </a:lvl4pPr>
            <a:lvl5pPr algn="l">
              <a:defRPr sz="1575" b="1">
                <a:solidFill>
                  <a:srgbClr val="132D46"/>
                </a:solidFill>
                <a:latin typeface="Noto Sans CJK KR"/>
                <a:ea typeface="Noto Sans CJK KR"/>
                <a:cs typeface="Noto Sans CJK KR"/>
              </a:defRPr>
            </a:lvl5pPr>
            <a:lvl6pPr algn="l">
              <a:defRPr sz="1575" b="1">
                <a:solidFill>
                  <a:srgbClr val="132D46"/>
                </a:solidFill>
                <a:latin typeface="Noto Sans CJK KR"/>
                <a:ea typeface="Noto Sans CJK KR"/>
                <a:cs typeface="Noto Sans CJK KR"/>
              </a:defRPr>
            </a:lvl6pPr>
            <a:lvl7pPr algn="l">
              <a:defRPr sz="1575" b="1">
                <a:solidFill>
                  <a:srgbClr val="132D46"/>
                </a:solidFill>
                <a:latin typeface="Noto Sans CJK KR"/>
                <a:ea typeface="Noto Sans CJK KR"/>
                <a:cs typeface="Noto Sans CJK KR"/>
              </a:defRPr>
            </a:lvl7pPr>
            <a:lvl8pPr algn="l">
              <a:defRPr sz="1575" b="1">
                <a:solidFill>
                  <a:srgbClr val="132D46"/>
                </a:solidFill>
                <a:latin typeface="Noto Sans CJK KR"/>
                <a:ea typeface="Noto Sans CJK KR"/>
                <a:cs typeface="Noto Sans CJK KR"/>
              </a:defRPr>
            </a:lvl8pPr>
            <a:lvl9pPr algn="l">
              <a:defRPr sz="1575" b="1">
                <a:solidFill>
                  <a:srgbClr val="132D46"/>
                </a:solidFill>
                <a:latin typeface="Noto Sans CJK KR"/>
                <a:ea typeface="Noto Sans CJK KR"/>
                <a:cs typeface="Noto Sans CJK KR"/>
              </a:defRPr>
            </a:lvl9pPr>
          </a:lstStyle>
          <a:p xmlns:a="http://schemas.openxmlformats.org/drawingml/2006/main">
            <a:pPr algn="l">
              <a:defRPr sz="1575" b="1">
                <a:solidFill>
                  <a:srgbClr val="132D46"/>
                </a:solidFill>
                <a:latin typeface="Noto Sans CJK KR"/>
                <a:ea typeface="Noto Sans CJK KR"/>
                <a:cs typeface="Noto Sans CJK KR"/>
              </a:defRPr>
            </a:pPr>
            <a:r>
              <a:rPr sz="1575" b="1">
                <a:solidFill>
                  <a:srgbClr val="132D46"/>
                </a:solidFill>
                <a:latin typeface="Noto Sans CJK KR"/>
                <a:ea typeface="Noto Sans CJK KR"/>
                <a:cs typeface="Noto Sans CJK KR"/>
              </a:rPr>
              <a:t>대화 맥락·조회 조건 처리</a:t>
            </a:r>
          </a:p>
        </p:txBody>
      </p:sp>
      <p:sp>
        <p:nvSpPr>
          <p:cNvPr id="41" name="">
            <a:extLst xmlns:a="http://schemas.openxmlformats.org/drawingml/2006/main">
              <a:ext uri="{FF2B5EF4-FFF2-40B4-BE49-F238E27FC236}">
                <a16:creationId xmlns:a16="http://schemas.microsoft.com/office/drawing/2014/main" id="{A955BE13-215C-4FD5-A68A-621917B2FA79}"/>
              </a:ext>
            </a:extLst>
          </p:cNvPr>
          <p:cNvSpPr>
            <a:spLocks xmlns:a="http://schemas.openxmlformats.org/drawingml/2006/main"/>
          </p:cNvSpPr>
          <p:nvPr/>
        </p:nvSpPr>
        <p:spPr>
          <a:xfrm xmlns:a="http://schemas.openxmlformats.org/drawingml/2006/main">
            <a:off x="514350" y="64865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00" b="0">
                <a:solidFill>
                  <a:srgbClr val="566879"/>
                </a:solidFill>
                <a:latin typeface="Noto Sans CJK KR"/>
                <a:ea typeface="Noto Sans CJK KR"/>
                <a:cs typeface="Noto Sans CJK KR"/>
              </a:defRPr>
            </a:defPPr>
            <a:lvl1pPr algn="l">
              <a:defRPr sz="900" b="0">
                <a:solidFill>
                  <a:srgbClr val="566879"/>
                </a:solidFill>
                <a:latin typeface="Noto Sans CJK KR"/>
                <a:ea typeface="Noto Sans CJK KR"/>
                <a:cs typeface="Noto Sans CJK KR"/>
              </a:defRPr>
            </a:lvl1pPr>
            <a:lvl2pPr algn="l">
              <a:defRPr sz="900" b="0">
                <a:solidFill>
                  <a:srgbClr val="566879"/>
                </a:solidFill>
                <a:latin typeface="Noto Sans CJK KR"/>
                <a:ea typeface="Noto Sans CJK KR"/>
                <a:cs typeface="Noto Sans CJK KR"/>
              </a:defRPr>
            </a:lvl2pPr>
            <a:lvl3pPr algn="l">
              <a:defRPr sz="900" b="0">
                <a:solidFill>
                  <a:srgbClr val="566879"/>
                </a:solidFill>
                <a:latin typeface="Noto Sans CJK KR"/>
                <a:ea typeface="Noto Sans CJK KR"/>
                <a:cs typeface="Noto Sans CJK KR"/>
              </a:defRPr>
            </a:lvl3pPr>
            <a:lvl4pPr algn="l">
              <a:defRPr sz="900" b="0">
                <a:solidFill>
                  <a:srgbClr val="566879"/>
                </a:solidFill>
                <a:latin typeface="Noto Sans CJK KR"/>
                <a:ea typeface="Noto Sans CJK KR"/>
                <a:cs typeface="Noto Sans CJK KR"/>
              </a:defRPr>
            </a:lvl4pPr>
            <a:lvl5pPr algn="l">
              <a:defRPr sz="900" b="0">
                <a:solidFill>
                  <a:srgbClr val="566879"/>
                </a:solidFill>
                <a:latin typeface="Noto Sans CJK KR"/>
                <a:ea typeface="Noto Sans CJK KR"/>
                <a:cs typeface="Noto Sans CJK KR"/>
              </a:defRPr>
            </a:lvl5pPr>
            <a:lvl6pPr algn="l">
              <a:defRPr sz="900" b="0">
                <a:solidFill>
                  <a:srgbClr val="566879"/>
                </a:solidFill>
                <a:latin typeface="Noto Sans CJK KR"/>
                <a:ea typeface="Noto Sans CJK KR"/>
                <a:cs typeface="Noto Sans CJK KR"/>
              </a:defRPr>
            </a:lvl6pPr>
            <a:lvl7pPr algn="l">
              <a:defRPr sz="900" b="0">
                <a:solidFill>
                  <a:srgbClr val="566879"/>
                </a:solidFill>
                <a:latin typeface="Noto Sans CJK KR"/>
                <a:ea typeface="Noto Sans CJK KR"/>
                <a:cs typeface="Noto Sans CJK KR"/>
              </a:defRPr>
            </a:lvl7pPr>
            <a:lvl8pPr algn="l">
              <a:defRPr sz="900" b="0">
                <a:solidFill>
                  <a:srgbClr val="566879"/>
                </a:solidFill>
                <a:latin typeface="Noto Sans CJK KR"/>
                <a:ea typeface="Noto Sans CJK KR"/>
                <a:cs typeface="Noto Sans CJK KR"/>
              </a:defRPr>
            </a:lvl8pPr>
            <a:lvl9pPr algn="l">
              <a:defRPr sz="900" b="0">
                <a:solidFill>
                  <a:srgbClr val="566879"/>
                </a:solidFill>
                <a:latin typeface="Noto Sans CJK KR"/>
                <a:ea typeface="Noto Sans CJK KR"/>
                <a:cs typeface="Noto Sans CJK KR"/>
              </a:defRPr>
            </a:lvl9pPr>
          </a:lstStyle>
          <a:p xmlns:a="http://schemas.openxmlformats.org/drawingml/2006/main">
            <a:pPr algn="l">
              <a:defRPr sz="900" b="0">
                <a:solidFill>
                  <a:srgbClr val="566879"/>
                </a:solidFill>
                <a:latin typeface="Noto Sans CJK KR"/>
                <a:ea typeface="Noto Sans CJK KR"/>
                <a:cs typeface="Noto Sans CJK KR"/>
              </a:defRPr>
            </a:pPr>
            <a:r>
              <a:rPr sz="900" b="0">
                <a:solidFill>
                  <a:srgbClr val="566879"/>
                </a:solidFill>
                <a:latin typeface="Noto Sans CJK KR"/>
                <a:ea typeface="Noto Sans CJK KR"/>
                <a:cs typeface="Noto Sans CJK KR"/>
              </a:rPr>
              <a:t>예시 대화 · 실제 서비스 화면이나 실행 결과를 재현한 것이 아님</a:t>
            </a:r>
          </a:p>
        </p:txBody>
      </p:sp>
    </p:spTree>
    <p:extLst>
      <p:ext uri="{BB962C8B-B14F-4D97-AF65-F5344CB8AC3E}">
        <p14:creationId xmlns:p14="http://schemas.microsoft.com/office/powerpoint/2010/main" val="796884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55" name="">
            <a:extLst xmlns:a="http://schemas.openxmlformats.org/drawingml/2006/main">
              <a:ext uri="{FF2B5EF4-FFF2-40B4-BE49-F238E27FC236}">
                <a16:creationId xmlns:a16="http://schemas.microsoft.com/office/drawing/2014/main" id="{485E10B3-41DE-49FC-A35E-B9785CF990D0}"/>
              </a:ext>
            </a:extLst>
          </p:cNvPr>
          <p:cNvCxnSpPr>
            <a:stCxn xmlns:a="http://schemas.openxmlformats.org/drawingml/2006/main" id="17" idx="2"/>
            <a:endCxn xmlns:a="http://schemas.openxmlformats.org/drawingml/2006/main" id="49" idx="0"/>
          </p:cNvCxnSpPr>
          <p:nvPr/>
        </p:nvCxnSpPr>
        <p:spPr>
          <a:xfrm xmlns:a="http://schemas.openxmlformats.org/drawingml/2006/main">
            <a:off x="5195888" y="3095625"/>
            <a:ext cx="709613" cy="1419225"/>
          </a:xfrm>
          <a:prstGeom xmlns:a="http://schemas.openxmlformats.org/drawingml/2006/main" prst="bentConnector4">
            <a:avLst>
              <a:gd name="adj1" fmla="val 0"/>
              <a:gd name="adj2" fmla="val 50000"/>
            </a:avLst>
          </a:prstGeom>
          <a:ln xmlns:a="http://schemas.openxmlformats.org/drawingml/2006/main" w="14288">
            <a:solidFill>
              <a:srgbClr val="1C7B79"/>
            </a:solidFill>
            <a:headEnd type="triangle" w="sm" len="sm"/>
            <a:tailEnd type="triangle" w="sm" len="sm"/>
          </a:ln>
        </p:spPr>
      </p:cxnSp>
      <p:cxnSp>
        <p:nvCxnSpPr>
          <p:cNvPr id="54" name="">
            <a:extLst xmlns:a="http://schemas.openxmlformats.org/drawingml/2006/main">
              <a:ext uri="{FF2B5EF4-FFF2-40B4-BE49-F238E27FC236}">
                <a16:creationId xmlns:a16="http://schemas.microsoft.com/office/drawing/2014/main" id="{4051CFD9-89E5-40F5-ADA2-E10A735693B4}"/>
              </a:ext>
            </a:extLst>
          </p:cNvPr>
          <p:cNvCxnSpPr>
            <a:stCxn xmlns:a="http://schemas.openxmlformats.org/drawingml/2006/main" id="45" idx="3"/>
            <a:endCxn xmlns:a="http://schemas.openxmlformats.org/drawingml/2006/main" id="49" idx="1"/>
          </p:cNvCxnSpPr>
          <p:nvPr/>
        </p:nvCxnSpPr>
        <p:spPr>
          <a:xfrm xmlns:a="http://schemas.openxmlformats.org/drawingml/2006/main">
            <a:off x="2419350" y="5038725"/>
            <a:ext cx="533400" cy="0"/>
          </a:xfrm>
          <a:prstGeom xmlns:a="http://schemas.openxmlformats.org/drawingml/2006/main" prst="straightConnector1">
            <a:avLst/>
          </a:prstGeom>
          <a:ln xmlns:a="http://schemas.openxmlformats.org/drawingml/2006/main" w="14288">
            <a:solidFill>
              <a:srgbClr val="1C7B79"/>
            </a:solidFill>
            <a:tailEnd type="triangle" w="sm" len="sm"/>
          </a:ln>
        </p:spPr>
      </p:cxnSp>
      <p:cxnSp>
        <p:nvCxnSpPr>
          <p:cNvPr id="43" name="">
            <a:extLst xmlns:a="http://schemas.openxmlformats.org/drawingml/2006/main">
              <a:ext uri="{FF2B5EF4-FFF2-40B4-BE49-F238E27FC236}">
                <a16:creationId xmlns:a16="http://schemas.microsoft.com/office/drawing/2014/main" id="{92EE2054-36B7-4028-A82C-DC6FFCFFFEEB}"/>
              </a:ext>
            </a:extLst>
          </p:cNvPr>
          <p:cNvCxnSpPr>
            <a:stCxn xmlns:a="http://schemas.openxmlformats.org/drawingml/2006/main" id="12" idx="2"/>
            <a:endCxn xmlns:a="http://schemas.openxmlformats.org/drawingml/2006/main" id="39" idx="0"/>
          </p:cNvCxnSpPr>
          <p:nvPr/>
        </p:nvCxnSpPr>
        <p:spPr>
          <a:xfrm xmlns:a="http://schemas.openxmlformats.org/drawingml/2006/main">
            <a:off x="5905500" y="3876675"/>
            <a:ext cx="4581525" cy="438150"/>
          </a:xfrm>
          <a:prstGeom xmlns:a="http://schemas.openxmlformats.org/drawingml/2006/main" prst="bentConnector4">
            <a:avLst>
              <a:gd name="adj1" fmla="val 0"/>
              <a:gd name="adj2" fmla="val 50000"/>
            </a:avLst>
          </a:prstGeom>
          <a:ln xmlns:a="http://schemas.openxmlformats.org/drawingml/2006/main" w="14288">
            <a:solidFill>
              <a:srgbClr val="566879"/>
            </a:solidFill>
            <a:headEnd type="triangle" w="sm" len="sm"/>
            <a:tailEnd type="triangle" w="sm" len="sm"/>
          </a:ln>
        </p:spPr>
      </p:cxnSp>
      <p:cxnSp>
        <p:nvCxnSpPr>
          <p:cNvPr id="38" name="">
            <a:extLst xmlns:a="http://schemas.openxmlformats.org/drawingml/2006/main">
              <a:ext uri="{FF2B5EF4-FFF2-40B4-BE49-F238E27FC236}">
                <a16:creationId xmlns:a16="http://schemas.microsoft.com/office/drawing/2014/main" id="{AB702C39-BF5D-4A82-A2E8-4C33C1358B46}"/>
              </a:ext>
            </a:extLst>
          </p:cNvPr>
          <p:cNvCxnSpPr>
            <a:stCxn xmlns:a="http://schemas.openxmlformats.org/drawingml/2006/main" id="12" idx="3"/>
            <a:endCxn xmlns:a="http://schemas.openxmlformats.org/drawingml/2006/main" id="34" idx="1"/>
          </p:cNvCxnSpPr>
          <p:nvPr/>
        </p:nvCxnSpPr>
        <p:spPr>
          <a:xfrm xmlns:a="http://schemas.openxmlformats.org/drawingml/2006/main" flipV="1">
            <a:off x="8858250" y="2071688"/>
            <a:ext cx="438150" cy="600075"/>
          </a:xfrm>
          <a:prstGeom xmlns:a="http://schemas.openxmlformats.org/drawingml/2006/main" prst="bentConnector3">
            <a:avLst>
              <a:gd name="adj1" fmla="val 50000"/>
            </a:avLst>
          </a:prstGeom>
          <a:ln xmlns:a="http://schemas.openxmlformats.org/drawingml/2006/main" w="14288">
            <a:solidFill>
              <a:srgbClr val="1C7B79"/>
            </a:solidFill>
            <a:headEnd type="triangle" w="sm" len="sm"/>
            <a:tailEnd type="triangle" w="sm" len="sm"/>
          </a:ln>
        </p:spPr>
      </p:cxnSp>
      <p:cxnSp>
        <p:nvCxnSpPr>
          <p:cNvPr id="33" name="">
            <a:extLst xmlns:a="http://schemas.openxmlformats.org/drawingml/2006/main">
              <a:ext uri="{FF2B5EF4-FFF2-40B4-BE49-F238E27FC236}">
                <a16:creationId xmlns:a16="http://schemas.microsoft.com/office/drawing/2014/main" id="{04E41F1D-9F5F-450C-823C-804C11B3863C}"/>
              </a:ext>
            </a:extLst>
          </p:cNvPr>
          <p:cNvCxnSpPr>
            <a:stCxn xmlns:a="http://schemas.openxmlformats.org/drawingml/2006/main" id="7" idx="3"/>
            <a:endCxn xmlns:a="http://schemas.openxmlformats.org/drawingml/2006/main" id="12" idx="1"/>
          </p:cNvCxnSpPr>
          <p:nvPr/>
        </p:nvCxnSpPr>
        <p:spPr>
          <a:xfrm xmlns:a="http://schemas.openxmlformats.org/drawingml/2006/main" flipV="1">
            <a:off x="2419350" y="2671763"/>
            <a:ext cx="533400" cy="681038"/>
          </a:xfrm>
          <a:prstGeom xmlns:a="http://schemas.openxmlformats.org/drawingml/2006/main" prst="bentConnector3">
            <a:avLst>
              <a:gd name="adj1" fmla="val 50000"/>
            </a:avLst>
          </a:prstGeom>
          <a:ln xmlns:a="http://schemas.openxmlformats.org/drawingml/2006/main" w="14288">
            <a:solidFill>
              <a:srgbClr val="132D46"/>
            </a:solidFill>
            <a:headEnd type="triangle" w="sm" len="sm"/>
            <a:tailEnd type="triangle" w="sm" len="sm"/>
          </a:ln>
        </p:spPr>
      </p:cxnSp>
      <p:cxnSp>
        <p:nvCxnSpPr>
          <p:cNvPr id="28" name="">
            <a:extLst xmlns:a="http://schemas.openxmlformats.org/drawingml/2006/main">
              <a:ext uri="{FF2B5EF4-FFF2-40B4-BE49-F238E27FC236}">
                <a16:creationId xmlns:a16="http://schemas.microsoft.com/office/drawing/2014/main" id="{AF973D79-8986-4E77-B792-92C4C45C20C5}"/>
              </a:ext>
            </a:extLst>
          </p:cNvPr>
          <p:cNvCxnSpPr>
            <a:stCxn xmlns:a="http://schemas.openxmlformats.org/drawingml/2006/main" id="21" idx="3"/>
            <a:endCxn xmlns:a="http://schemas.openxmlformats.org/drawingml/2006/main" id="25" idx="1"/>
          </p:cNvCxnSpPr>
          <p:nvPr/>
        </p:nvCxnSpPr>
        <p:spPr>
          <a:xfrm xmlns:a="http://schemas.openxmlformats.org/drawingml/2006/main">
            <a:off x="7258050" y="2609850"/>
            <a:ext cx="104775" cy="0"/>
          </a:xfrm>
          <a:prstGeom xmlns:a="http://schemas.openxmlformats.org/drawingml/2006/main" prst="straightConnector1">
            <a:avLst/>
          </a:prstGeom>
          <a:ln xmlns:a="http://schemas.openxmlformats.org/drawingml/2006/main" w="14288">
            <a:solidFill>
              <a:srgbClr val="1C7B79"/>
            </a:solidFill>
            <a:tailEnd type="triangle" w="sm" len="sm"/>
          </a:ln>
        </p:spPr>
      </p:cxnSp>
      <p:cxnSp>
        <p:nvCxnSpPr>
          <p:cNvPr id="24" name="">
            <a:extLst xmlns:a="http://schemas.openxmlformats.org/drawingml/2006/main">
              <a:ext uri="{FF2B5EF4-FFF2-40B4-BE49-F238E27FC236}">
                <a16:creationId xmlns:a16="http://schemas.microsoft.com/office/drawing/2014/main" id="{D870B124-4F9D-4515-80BD-4BAD023824A4}"/>
              </a:ext>
            </a:extLst>
          </p:cNvPr>
          <p:cNvCxnSpPr>
            <a:stCxn xmlns:a="http://schemas.openxmlformats.org/drawingml/2006/main" id="17" idx="3"/>
            <a:endCxn xmlns:a="http://schemas.openxmlformats.org/drawingml/2006/main" id="21" idx="1"/>
          </p:cNvCxnSpPr>
          <p:nvPr/>
        </p:nvCxnSpPr>
        <p:spPr>
          <a:xfrm xmlns:a="http://schemas.openxmlformats.org/drawingml/2006/main">
            <a:off x="5848350" y="2609850"/>
            <a:ext cx="104775" cy="0"/>
          </a:xfrm>
          <a:prstGeom xmlns:a="http://schemas.openxmlformats.org/drawingml/2006/main" prst="straightConnector1">
            <a:avLst/>
          </a:prstGeom>
          <a:ln xmlns:a="http://schemas.openxmlformats.org/drawingml/2006/main" w="14288">
            <a:solidFill>
              <a:srgbClr val="1C7B79"/>
            </a:solidFill>
            <a:tailEnd type="triangle" w="sm" len="sm"/>
          </a:ln>
        </p:spPr>
      </p:cxnSp>
      <p:cxnSp>
        <p:nvCxnSpPr>
          <p:cNvPr id="20" name="">
            <a:extLst xmlns:a="http://schemas.openxmlformats.org/drawingml/2006/main">
              <a:ext uri="{FF2B5EF4-FFF2-40B4-BE49-F238E27FC236}">
                <a16:creationId xmlns:a16="http://schemas.microsoft.com/office/drawing/2014/main" id="{BE5B2EDD-2EF7-425D-A5FA-D349B942B6C1}"/>
              </a:ext>
            </a:extLst>
          </p:cNvPr>
          <p:cNvCxnSpPr>
            <a:stCxn xmlns:a="http://schemas.openxmlformats.org/drawingml/2006/main" id="14" idx="3"/>
            <a:endCxn xmlns:a="http://schemas.openxmlformats.org/drawingml/2006/main" id="17" idx="1"/>
          </p:cNvCxnSpPr>
          <p:nvPr/>
        </p:nvCxnSpPr>
        <p:spPr>
          <a:xfrm xmlns:a="http://schemas.openxmlformats.org/drawingml/2006/main">
            <a:off x="4438650" y="2609850"/>
            <a:ext cx="104775" cy="0"/>
          </a:xfrm>
          <a:prstGeom xmlns:a="http://schemas.openxmlformats.org/drawingml/2006/main" prst="straightConnector1">
            <a:avLst/>
          </a:prstGeom>
          <a:ln xmlns:a="http://schemas.openxmlformats.org/drawingml/2006/main" w="14288">
            <a:solidFill>
              <a:srgbClr val="1C7B79"/>
            </a:solidFill>
            <a:tailEnd type="triangle" w="sm" len="sm"/>
          </a:ln>
        </p:spPr>
      </p:cxnSp>
      <p:cxnSp>
        <p:nvCxnSpPr>
          <p:cNvPr id="10" name="">
            <a:extLst xmlns:a="http://schemas.openxmlformats.org/drawingml/2006/main">
              <a:ext uri="{FF2B5EF4-FFF2-40B4-BE49-F238E27FC236}">
                <a16:creationId xmlns:a16="http://schemas.microsoft.com/office/drawing/2014/main" id="{F49AFF72-43AE-45B3-B23C-FBE8AD2C0181}"/>
              </a:ext>
            </a:extLst>
          </p:cNvPr>
          <p:cNvCxnSpPr>
            <a:stCxn xmlns:a="http://schemas.openxmlformats.org/drawingml/2006/main" id="4" idx="2"/>
            <a:endCxn xmlns:a="http://schemas.openxmlformats.org/drawingml/2006/main" id="7" idx="0"/>
          </p:cNvCxnSpPr>
          <p:nvPr/>
        </p:nvCxnSpPr>
        <p:spPr>
          <a:xfrm xmlns:a="http://schemas.openxmlformats.org/drawingml/2006/main">
            <a:off x="1466850" y="2362200"/>
            <a:ext cx="0" cy="466725"/>
          </a:xfrm>
          <a:prstGeom xmlns:a="http://schemas.openxmlformats.org/drawingml/2006/main" prst="straightConnector1">
            <a:avLst/>
          </a:prstGeom>
          <a:ln xmlns:a="http://schemas.openxmlformats.org/drawingml/2006/main" w="14288">
            <a:solidFill>
              <a:srgbClr val="132D46"/>
            </a:solidFill>
            <a:headEnd type="triangle" w="sm" len="sm"/>
            <a:tailEnd type="triangle" w="sm" len="sm"/>
          </a:ln>
        </p:spPr>
      </p:cxnSp>
      <p:sp>
        <p:nvSpPr>
          <p:cNvPr id="61" name="">
            <a:extLst xmlns:a="http://schemas.openxmlformats.org/drawingml/2006/main">
              <a:ext uri="{FF2B5EF4-FFF2-40B4-BE49-F238E27FC236}">
                <a16:creationId xmlns:a16="http://schemas.microsoft.com/office/drawing/2014/main" id="{553646DD-4B86-4C5F-8A7A-2E7DD4AA2B4C}"/>
              </a:ext>
            </a:extLst>
          </p:cNvPr>
          <p:cNvSpPr>
            <a:spLocks xmlns:a="http://schemas.openxmlformats.org/drawingml/2006/main"/>
          </p:cNvSpPr>
          <p:nvPr/>
        </p:nvSpPr>
        <p:spPr>
          <a:xfrm xmlns:a="http://schemas.openxmlformats.org/drawingml/2006/main">
            <a:off x="514350" y="361950"/>
            <a:ext cx="11163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550" b="1">
                <a:solidFill>
                  <a:srgbClr val="132D46"/>
                </a:solidFill>
                <a:latin typeface="Noto Sans CJK KR"/>
                <a:ea typeface="Noto Sans CJK KR"/>
                <a:cs typeface="Noto Sans CJK KR"/>
              </a:defRPr>
            </a:defPPr>
            <a:lvl1pPr algn="l">
              <a:defRPr sz="2550" b="1">
                <a:solidFill>
                  <a:srgbClr val="132D46"/>
                </a:solidFill>
                <a:latin typeface="Noto Sans CJK KR"/>
                <a:ea typeface="Noto Sans CJK KR"/>
                <a:cs typeface="Noto Sans CJK KR"/>
              </a:defRPr>
            </a:lvl1pPr>
            <a:lvl2pPr algn="l">
              <a:defRPr sz="2550" b="1">
                <a:solidFill>
                  <a:srgbClr val="132D46"/>
                </a:solidFill>
                <a:latin typeface="Noto Sans CJK KR"/>
                <a:ea typeface="Noto Sans CJK KR"/>
                <a:cs typeface="Noto Sans CJK KR"/>
              </a:defRPr>
            </a:lvl2pPr>
            <a:lvl3pPr algn="l">
              <a:defRPr sz="2550" b="1">
                <a:solidFill>
                  <a:srgbClr val="132D46"/>
                </a:solidFill>
                <a:latin typeface="Noto Sans CJK KR"/>
                <a:ea typeface="Noto Sans CJK KR"/>
                <a:cs typeface="Noto Sans CJK KR"/>
              </a:defRPr>
            </a:lvl3pPr>
            <a:lvl4pPr algn="l">
              <a:defRPr sz="2550" b="1">
                <a:solidFill>
                  <a:srgbClr val="132D46"/>
                </a:solidFill>
                <a:latin typeface="Noto Sans CJK KR"/>
                <a:ea typeface="Noto Sans CJK KR"/>
                <a:cs typeface="Noto Sans CJK KR"/>
              </a:defRPr>
            </a:lvl4pPr>
            <a:lvl5pPr algn="l">
              <a:defRPr sz="2550" b="1">
                <a:solidFill>
                  <a:srgbClr val="132D46"/>
                </a:solidFill>
                <a:latin typeface="Noto Sans CJK KR"/>
                <a:ea typeface="Noto Sans CJK KR"/>
                <a:cs typeface="Noto Sans CJK KR"/>
              </a:defRPr>
            </a:lvl5pPr>
            <a:lvl6pPr algn="l">
              <a:defRPr sz="2550" b="1">
                <a:solidFill>
                  <a:srgbClr val="132D46"/>
                </a:solidFill>
                <a:latin typeface="Noto Sans CJK KR"/>
                <a:ea typeface="Noto Sans CJK KR"/>
                <a:cs typeface="Noto Sans CJK KR"/>
              </a:defRPr>
            </a:lvl6pPr>
            <a:lvl7pPr algn="l">
              <a:defRPr sz="2550" b="1">
                <a:solidFill>
                  <a:srgbClr val="132D46"/>
                </a:solidFill>
                <a:latin typeface="Noto Sans CJK KR"/>
                <a:ea typeface="Noto Sans CJK KR"/>
                <a:cs typeface="Noto Sans CJK KR"/>
              </a:defRPr>
            </a:lvl7pPr>
            <a:lvl8pPr algn="l">
              <a:defRPr sz="2550" b="1">
                <a:solidFill>
                  <a:srgbClr val="132D46"/>
                </a:solidFill>
                <a:latin typeface="Noto Sans CJK KR"/>
                <a:ea typeface="Noto Sans CJK KR"/>
                <a:cs typeface="Noto Sans CJK KR"/>
              </a:defRPr>
            </a:lvl8pPr>
            <a:lvl9pPr algn="l">
              <a:defRPr sz="2550" b="1">
                <a:solidFill>
                  <a:srgbClr val="132D46"/>
                </a:solidFill>
                <a:latin typeface="Noto Sans CJK KR"/>
                <a:ea typeface="Noto Sans CJK KR"/>
                <a:cs typeface="Noto Sans CJK KR"/>
              </a:defRPr>
            </a:lvl9pPr>
          </a:lstStyle>
          <a:p xmlns:a="http://schemas.openxmlformats.org/drawingml/2006/main">
            <a:pPr algn="l">
              <a:defRPr sz="2550" b="1">
                <a:solidFill>
                  <a:srgbClr val="132D46"/>
                </a:solidFill>
                <a:latin typeface="Noto Sans CJK KR"/>
                <a:ea typeface="Noto Sans CJK KR"/>
                <a:cs typeface="Noto Sans CJK KR"/>
              </a:defRPr>
            </a:pPr>
            <a:r>
              <a:rPr sz="2550" b="1">
                <a:solidFill>
                  <a:srgbClr val="132D46"/>
                </a:solidFill>
                <a:latin typeface="Noto Sans CJK KR"/>
                <a:ea typeface="Noto Sans CJK KR"/>
                <a:cs typeface="Noto Sans CJK KR"/>
              </a:rPr>
              <a:t>Cube 챗봇 기술 아키텍처</a:t>
            </a:r>
          </a:p>
        </p:txBody>
      </p:sp>
      <p:sp>
        <p:nvSpPr>
          <p:cNvPr id="2" name="">
            <a:extLst xmlns:a="http://schemas.openxmlformats.org/drawingml/2006/main">
              <a:ext uri="{FF2B5EF4-FFF2-40B4-BE49-F238E27FC236}">
                <a16:creationId xmlns:a16="http://schemas.microsoft.com/office/drawing/2014/main" id="{579F2BCF-2C5D-4AFD-AF38-D43876605FE7}"/>
              </a:ext>
            </a:extLst>
          </p:cNvPr>
          <p:cNvSpPr>
            <a:spLocks xmlns:a="http://schemas.openxmlformats.org/drawingml/2006/main"/>
          </p:cNvSpPr>
          <p:nvPr/>
        </p:nvSpPr>
        <p:spPr>
          <a:xfrm xmlns:a="http://schemas.openxmlformats.org/drawingml/2006/main">
            <a:off x="514350" y="742950"/>
            <a:ext cx="11163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566879"/>
                </a:solidFill>
                <a:latin typeface="Noto Sans CJK KR"/>
                <a:ea typeface="Noto Sans CJK KR"/>
                <a:cs typeface="Noto Sans CJK KR"/>
              </a:defRPr>
            </a:defPPr>
            <a:lvl1pPr algn="l">
              <a:defRPr sz="1425" b="0">
                <a:solidFill>
                  <a:srgbClr val="566879"/>
                </a:solidFill>
                <a:latin typeface="Noto Sans CJK KR"/>
                <a:ea typeface="Noto Sans CJK KR"/>
                <a:cs typeface="Noto Sans CJK KR"/>
              </a:defRPr>
            </a:lvl1pPr>
            <a:lvl2pPr algn="l">
              <a:defRPr sz="1425" b="0">
                <a:solidFill>
                  <a:srgbClr val="566879"/>
                </a:solidFill>
                <a:latin typeface="Noto Sans CJK KR"/>
                <a:ea typeface="Noto Sans CJK KR"/>
                <a:cs typeface="Noto Sans CJK KR"/>
              </a:defRPr>
            </a:lvl2pPr>
            <a:lvl3pPr algn="l">
              <a:defRPr sz="1425" b="0">
                <a:solidFill>
                  <a:srgbClr val="566879"/>
                </a:solidFill>
                <a:latin typeface="Noto Sans CJK KR"/>
                <a:ea typeface="Noto Sans CJK KR"/>
                <a:cs typeface="Noto Sans CJK KR"/>
              </a:defRPr>
            </a:lvl3pPr>
            <a:lvl4pPr algn="l">
              <a:defRPr sz="1425" b="0">
                <a:solidFill>
                  <a:srgbClr val="566879"/>
                </a:solidFill>
                <a:latin typeface="Noto Sans CJK KR"/>
                <a:ea typeface="Noto Sans CJK KR"/>
                <a:cs typeface="Noto Sans CJK KR"/>
              </a:defRPr>
            </a:lvl4pPr>
            <a:lvl5pPr algn="l">
              <a:defRPr sz="1425" b="0">
                <a:solidFill>
                  <a:srgbClr val="566879"/>
                </a:solidFill>
                <a:latin typeface="Noto Sans CJK KR"/>
                <a:ea typeface="Noto Sans CJK KR"/>
                <a:cs typeface="Noto Sans CJK KR"/>
              </a:defRPr>
            </a:lvl5pPr>
            <a:lvl6pPr algn="l">
              <a:defRPr sz="1425" b="0">
                <a:solidFill>
                  <a:srgbClr val="566879"/>
                </a:solidFill>
                <a:latin typeface="Noto Sans CJK KR"/>
                <a:ea typeface="Noto Sans CJK KR"/>
                <a:cs typeface="Noto Sans CJK KR"/>
              </a:defRPr>
            </a:lvl6pPr>
            <a:lvl7pPr algn="l">
              <a:defRPr sz="1425" b="0">
                <a:solidFill>
                  <a:srgbClr val="566879"/>
                </a:solidFill>
                <a:latin typeface="Noto Sans CJK KR"/>
                <a:ea typeface="Noto Sans CJK KR"/>
                <a:cs typeface="Noto Sans CJK KR"/>
              </a:defRPr>
            </a:lvl7pPr>
            <a:lvl8pPr algn="l">
              <a:defRPr sz="1425" b="0">
                <a:solidFill>
                  <a:srgbClr val="566879"/>
                </a:solidFill>
                <a:latin typeface="Noto Sans CJK KR"/>
                <a:ea typeface="Noto Sans CJK KR"/>
                <a:cs typeface="Noto Sans CJK KR"/>
              </a:defRPr>
            </a:lvl8pPr>
            <a:lvl9pPr algn="l">
              <a:defRPr sz="1425" b="0">
                <a:solidFill>
                  <a:srgbClr val="566879"/>
                </a:solidFill>
                <a:latin typeface="Noto Sans CJK KR"/>
                <a:ea typeface="Noto Sans CJK KR"/>
                <a:cs typeface="Noto Sans CJK KR"/>
              </a:defRPr>
            </a:lvl9pPr>
          </a:lstStyle>
          <a:p xmlns:a="http://schemas.openxmlformats.org/drawingml/2006/main">
            <a:pPr algn="l">
              <a:defRPr sz="1425" b="0">
                <a:solidFill>
                  <a:srgbClr val="566879"/>
                </a:solidFill>
                <a:latin typeface="Noto Sans CJK KR"/>
                <a:ea typeface="Noto Sans CJK KR"/>
                <a:cs typeface="Noto Sans CJK KR"/>
              </a:defRPr>
            </a:pPr>
            <a:r>
              <a:rPr sz="1425" b="0">
                <a:solidFill>
                  <a:srgbClr val="566879"/>
                </a:solidFill>
                <a:latin typeface="Noto Sans CJK KR"/>
                <a:ea typeface="Noto Sans CJK KR"/>
                <a:cs typeface="Noto Sans CJK KR"/>
              </a:rPr>
              <a:t>FastAPI · RAG Workflow · OpenSearch · MongoDB</a:t>
            </a:r>
          </a:p>
        </p:txBody>
      </p:sp>
      <p:sp>
        <p:nvSpPr>
          <p:cNvPr id="3" name="">
            <a:extLst xmlns:a="http://schemas.openxmlformats.org/drawingml/2006/main">
              <a:ext uri="{FF2B5EF4-FFF2-40B4-BE49-F238E27FC236}">
                <a16:creationId xmlns:a16="http://schemas.microsoft.com/office/drawing/2014/main" id="{E89935FB-1680-432B-9DF5-9AE3EFD13840}"/>
              </a:ext>
            </a:extLst>
          </p:cNvPr>
          <p:cNvSpPr>
            <a:spLocks xmlns:a="http://schemas.openxmlformats.org/drawingml/2006/main"/>
          </p:cNvSpPr>
          <p:nvPr/>
        </p:nvSpPr>
        <p:spPr>
          <a:xfrm xmlns:a="http://schemas.openxmlformats.org/drawingml/2006/main">
            <a:off x="1133475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900" b="0">
                <a:solidFill>
                  <a:srgbClr val="8C9AA8"/>
                </a:solidFill>
                <a:latin typeface="Noto Sans CJK KR"/>
                <a:ea typeface="Noto Sans CJK KR"/>
                <a:cs typeface="Noto Sans CJK KR"/>
              </a:defRPr>
            </a:defPPr>
            <a:lvl1pPr algn="r">
              <a:defRPr sz="900" b="0">
                <a:solidFill>
                  <a:srgbClr val="8C9AA8"/>
                </a:solidFill>
                <a:latin typeface="Noto Sans CJK KR"/>
                <a:ea typeface="Noto Sans CJK KR"/>
                <a:cs typeface="Noto Sans CJK KR"/>
              </a:defRPr>
            </a:lvl1pPr>
            <a:lvl2pPr algn="r">
              <a:defRPr sz="900" b="0">
                <a:solidFill>
                  <a:srgbClr val="8C9AA8"/>
                </a:solidFill>
                <a:latin typeface="Noto Sans CJK KR"/>
                <a:ea typeface="Noto Sans CJK KR"/>
                <a:cs typeface="Noto Sans CJK KR"/>
              </a:defRPr>
            </a:lvl2pPr>
            <a:lvl3pPr algn="r">
              <a:defRPr sz="900" b="0">
                <a:solidFill>
                  <a:srgbClr val="8C9AA8"/>
                </a:solidFill>
                <a:latin typeface="Noto Sans CJK KR"/>
                <a:ea typeface="Noto Sans CJK KR"/>
                <a:cs typeface="Noto Sans CJK KR"/>
              </a:defRPr>
            </a:lvl3pPr>
            <a:lvl4pPr algn="r">
              <a:defRPr sz="900" b="0">
                <a:solidFill>
                  <a:srgbClr val="8C9AA8"/>
                </a:solidFill>
                <a:latin typeface="Noto Sans CJK KR"/>
                <a:ea typeface="Noto Sans CJK KR"/>
                <a:cs typeface="Noto Sans CJK KR"/>
              </a:defRPr>
            </a:lvl4pPr>
            <a:lvl5pPr algn="r">
              <a:defRPr sz="900" b="0">
                <a:solidFill>
                  <a:srgbClr val="8C9AA8"/>
                </a:solidFill>
                <a:latin typeface="Noto Sans CJK KR"/>
                <a:ea typeface="Noto Sans CJK KR"/>
                <a:cs typeface="Noto Sans CJK KR"/>
              </a:defRPr>
            </a:lvl5pPr>
            <a:lvl6pPr algn="r">
              <a:defRPr sz="900" b="0">
                <a:solidFill>
                  <a:srgbClr val="8C9AA8"/>
                </a:solidFill>
                <a:latin typeface="Noto Sans CJK KR"/>
                <a:ea typeface="Noto Sans CJK KR"/>
                <a:cs typeface="Noto Sans CJK KR"/>
              </a:defRPr>
            </a:lvl6pPr>
            <a:lvl7pPr algn="r">
              <a:defRPr sz="900" b="0">
                <a:solidFill>
                  <a:srgbClr val="8C9AA8"/>
                </a:solidFill>
                <a:latin typeface="Noto Sans CJK KR"/>
                <a:ea typeface="Noto Sans CJK KR"/>
                <a:cs typeface="Noto Sans CJK KR"/>
              </a:defRPr>
            </a:lvl7pPr>
            <a:lvl8pPr algn="r">
              <a:defRPr sz="900" b="0">
                <a:solidFill>
                  <a:srgbClr val="8C9AA8"/>
                </a:solidFill>
                <a:latin typeface="Noto Sans CJK KR"/>
                <a:ea typeface="Noto Sans CJK KR"/>
                <a:cs typeface="Noto Sans CJK KR"/>
              </a:defRPr>
            </a:lvl8pPr>
            <a:lvl9pPr algn="r">
              <a:defRPr sz="900" b="0">
                <a:solidFill>
                  <a:srgbClr val="8C9AA8"/>
                </a:solidFill>
                <a:latin typeface="Noto Sans CJK KR"/>
                <a:ea typeface="Noto Sans CJK KR"/>
                <a:cs typeface="Noto Sans CJK KR"/>
              </a:defRPr>
            </a:lvl9pPr>
          </a:lstStyle>
          <a:p xmlns:a="http://schemas.openxmlformats.org/drawingml/2006/main">
            <a:pPr algn="r">
              <a:defRPr sz="900" b="0">
                <a:solidFill>
                  <a:srgbClr val="8C9AA8"/>
                </a:solidFill>
                <a:latin typeface="Noto Sans CJK KR"/>
                <a:ea typeface="Noto Sans CJK KR"/>
                <a:cs typeface="Noto Sans CJK KR"/>
              </a:defRPr>
            </a:pPr>
            <a:r>
              <a:rPr sz="900" b="0">
                <a:solidFill>
                  <a:srgbClr val="8C9AA8"/>
                </a:solidFill>
                <a:latin typeface="Noto Sans CJK KR"/>
                <a:ea typeface="Noto Sans CJK KR"/>
                <a:cs typeface="Noto Sans CJK KR"/>
              </a:rPr>
              <a:t>03</a:t>
            </a:r>
          </a:p>
        </p:txBody>
      </p:sp>
      <p:sp>
        <p:nvSpPr>
          <p:cNvPr id="4" name="">
            <a:extLst xmlns:a="http://schemas.openxmlformats.org/drawingml/2006/main">
              <a:ext uri="{FF2B5EF4-FFF2-40B4-BE49-F238E27FC236}">
                <a16:creationId xmlns:a16="http://schemas.microsoft.com/office/drawing/2014/main" id="{7455B442-F66C-4F3F-93C0-B3E14FDC8B5E}"/>
              </a:ext>
            </a:extLst>
          </p:cNvPr>
          <p:cNvSpPr>
            <a:spLocks xmlns:a="http://schemas.openxmlformats.org/drawingml/2006/main"/>
          </p:cNvSpPr>
          <p:nvPr/>
        </p:nvSpPr>
        <p:spPr>
          <a:xfrm xmlns:a="http://schemas.openxmlformats.org/drawingml/2006/main">
            <a:off x="514350" y="1466850"/>
            <a:ext cx="1905000" cy="895350"/>
          </a:xfrm>
          <a:prstGeom xmlns:a="http://schemas.openxmlformats.org/drawingml/2006/main" prst="roundRect">
            <a:avLst>
              <a:gd name="adj" fmla="val 5319"/>
            </a:avLst>
          </a:prstGeom>
          <a:solidFill xmlns:a="http://schemas.openxmlformats.org/drawingml/2006/main">
            <a:srgbClr val="FFFFFF"/>
          </a:solidFill>
          <a:ln xmlns:a="http://schemas.openxmlformats.org/drawingml/2006/main" w="11430">
            <a:solidFill>
              <a:srgbClr val="D6E1E7"/>
            </a:solidFill>
          </a:ln>
        </p:spPr>
      </p:sp>
      <p:pic>
        <p:nvPicPr>
          <p:cNvPr id="5" name="">
            <a:extLst xmlns:a="http://schemas.openxmlformats.org/drawingml/2006/main">
              <a:ext uri="{FF2B5EF4-FFF2-40B4-BE49-F238E27FC236}">
                <a16:creationId xmlns:a16="http://schemas.microsoft.com/office/drawing/2014/main" id="{EFCF6406-CFD1-4A33-AADC-200B590A51F9}"/>
              </a:ext>
            </a:extLst>
          </p:cNvPr>
          <p:cNvPicPr>
            <a:picLocks xmlns:a="http://schemas.openxmlformats.org/drawingml/2006/main" noChangeAspect="1"/>
          </p:cNvPicPr>
          <p:nvPr/>
        </p:nvPicPr>
        <p:blipFill>
          <a:blip xmlns:r="http://schemas.openxmlformats.org/officeDocument/2006/relationships" xmlns:a="http://schemas.openxmlformats.org/drawingml/2006/main" r:embed="R3f21d0f1a3814957"/>
          <a:srcRect xmlns:a="http://schemas.openxmlformats.org/drawingml/2006/main" l="77751" t="29224" r="2392" b="37832"/>
          <a:stretch xmlns:a="http://schemas.openxmlformats.org/drawingml/2006/main"/>
        </p:blipFill>
        <p:spPr>
          <a:xfrm xmlns:a="http://schemas.openxmlformats.org/drawingml/2006/main">
            <a:off x="590550" y="1562100"/>
            <a:ext cx="676275" cy="6286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EA1D876-BB84-4CE6-890D-049E25B0E910}"/>
              </a:ext>
            </a:extLst>
          </p:cNvPr>
          <p:cNvSpPr>
            <a:spLocks xmlns:a="http://schemas.openxmlformats.org/drawingml/2006/main"/>
          </p:cNvSpPr>
          <p:nvPr/>
        </p:nvSpPr>
        <p:spPr>
          <a:xfrm xmlns:a="http://schemas.openxmlformats.org/drawingml/2006/main">
            <a:off x="1362075" y="1581150"/>
            <a:ext cx="9715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1">
                <a:solidFill>
                  <a:srgbClr val="132D46"/>
                </a:solidFill>
                <a:latin typeface="Noto Sans CJK KR"/>
                <a:ea typeface="Noto Sans CJK KR"/>
                <a:cs typeface="Noto Sans CJK KR"/>
              </a:defRPr>
            </a:defPPr>
            <a:lvl1pPr algn="l">
              <a:defRPr sz="1500" b="1">
                <a:solidFill>
                  <a:srgbClr val="132D46"/>
                </a:solidFill>
                <a:latin typeface="Noto Sans CJK KR"/>
                <a:ea typeface="Noto Sans CJK KR"/>
                <a:cs typeface="Noto Sans CJK KR"/>
              </a:defRPr>
            </a:lvl1pPr>
            <a:lvl2pPr algn="l">
              <a:defRPr sz="1500" b="1">
                <a:solidFill>
                  <a:srgbClr val="132D46"/>
                </a:solidFill>
                <a:latin typeface="Noto Sans CJK KR"/>
                <a:ea typeface="Noto Sans CJK KR"/>
                <a:cs typeface="Noto Sans CJK KR"/>
              </a:defRPr>
            </a:lvl2pPr>
            <a:lvl3pPr algn="l">
              <a:defRPr sz="1500" b="1">
                <a:solidFill>
                  <a:srgbClr val="132D46"/>
                </a:solidFill>
                <a:latin typeface="Noto Sans CJK KR"/>
                <a:ea typeface="Noto Sans CJK KR"/>
                <a:cs typeface="Noto Sans CJK KR"/>
              </a:defRPr>
            </a:lvl3pPr>
            <a:lvl4pPr algn="l">
              <a:defRPr sz="1500" b="1">
                <a:solidFill>
                  <a:srgbClr val="132D46"/>
                </a:solidFill>
                <a:latin typeface="Noto Sans CJK KR"/>
                <a:ea typeface="Noto Sans CJK KR"/>
                <a:cs typeface="Noto Sans CJK KR"/>
              </a:defRPr>
            </a:lvl4pPr>
            <a:lvl5pPr algn="l">
              <a:defRPr sz="1500" b="1">
                <a:solidFill>
                  <a:srgbClr val="132D46"/>
                </a:solidFill>
                <a:latin typeface="Noto Sans CJK KR"/>
                <a:ea typeface="Noto Sans CJK KR"/>
                <a:cs typeface="Noto Sans CJK KR"/>
              </a:defRPr>
            </a:lvl5pPr>
            <a:lvl6pPr algn="l">
              <a:defRPr sz="1500" b="1">
                <a:solidFill>
                  <a:srgbClr val="132D46"/>
                </a:solidFill>
                <a:latin typeface="Noto Sans CJK KR"/>
                <a:ea typeface="Noto Sans CJK KR"/>
                <a:cs typeface="Noto Sans CJK KR"/>
              </a:defRPr>
            </a:lvl6pPr>
            <a:lvl7pPr algn="l">
              <a:defRPr sz="1500" b="1">
                <a:solidFill>
                  <a:srgbClr val="132D46"/>
                </a:solidFill>
                <a:latin typeface="Noto Sans CJK KR"/>
                <a:ea typeface="Noto Sans CJK KR"/>
                <a:cs typeface="Noto Sans CJK KR"/>
              </a:defRPr>
            </a:lvl7pPr>
            <a:lvl8pPr algn="l">
              <a:defRPr sz="1500" b="1">
                <a:solidFill>
                  <a:srgbClr val="132D46"/>
                </a:solidFill>
                <a:latin typeface="Noto Sans CJK KR"/>
                <a:ea typeface="Noto Sans CJK KR"/>
                <a:cs typeface="Noto Sans CJK KR"/>
              </a:defRPr>
            </a:lvl8pPr>
            <a:lvl9pPr algn="l">
              <a:defRPr sz="1500" b="1">
                <a:solidFill>
                  <a:srgbClr val="132D46"/>
                </a:solidFill>
                <a:latin typeface="Noto Sans CJK KR"/>
                <a:ea typeface="Noto Sans CJK KR"/>
                <a:cs typeface="Noto Sans CJK KR"/>
              </a:defRPr>
            </a:lvl9pPr>
          </a:lstStyle>
          <a:p xmlns:a="http://schemas.openxmlformats.org/drawingml/2006/main">
            <a:pPr algn="l">
              <a:defRPr sz="1500" b="1">
                <a:solidFill>
                  <a:srgbClr val="132D46"/>
                </a:solidFill>
                <a:latin typeface="Noto Sans CJK KR"/>
                <a:ea typeface="Noto Sans CJK KR"/>
                <a:cs typeface="Noto Sans CJK KR"/>
              </a:defRPr>
            </a:pPr>
            <a:r>
              <a:rPr sz="1500" b="1">
                <a:solidFill>
                  <a:srgbClr val="132D46"/>
                </a:solidFill>
                <a:latin typeface="Noto Sans CJK KR"/>
                <a:ea typeface="Noto Sans CJK KR"/>
                <a:cs typeface="Noto Sans CJK KR"/>
              </a:rPr>
              <a:t>사내 Cube</a:t>
            </a:r>
          </a:p>
          <a:p xmlns:a="http://schemas.openxmlformats.org/drawingml/2006/main">
            <a:pPr algn="l">
              <a:defRPr sz="1500" b="1">
                <a:solidFill>
                  <a:srgbClr val="132D46"/>
                </a:solidFill>
                <a:latin typeface="Noto Sans CJK KR"/>
                <a:ea typeface="Noto Sans CJK KR"/>
                <a:cs typeface="Noto Sans CJK KR"/>
              </a:defRPr>
            </a:pPr>
            <a:r>
              <a:rPr sz="1500" b="1">
                <a:solidFill>
                  <a:srgbClr val="132D46"/>
                </a:solidFill>
                <a:latin typeface="Noto Sans CJK KR"/>
                <a:ea typeface="Noto Sans CJK KR"/>
                <a:cs typeface="Noto Sans CJK KR"/>
              </a:rPr>
              <a:t>챗봇</a:t>
            </a:r>
          </a:p>
        </p:txBody>
      </p:sp>
      <p:sp>
        <p:nvSpPr>
          <p:cNvPr id="7" name="">
            <a:extLst xmlns:a="http://schemas.openxmlformats.org/drawingml/2006/main">
              <a:ext uri="{FF2B5EF4-FFF2-40B4-BE49-F238E27FC236}">
                <a16:creationId xmlns:a16="http://schemas.microsoft.com/office/drawing/2014/main" id="{D4ABF396-882D-4553-AAA4-D0A512682EBD}"/>
              </a:ext>
            </a:extLst>
          </p:cNvPr>
          <p:cNvSpPr>
            <a:spLocks xmlns:a="http://schemas.openxmlformats.org/drawingml/2006/main"/>
          </p:cNvSpPr>
          <p:nvPr/>
        </p:nvSpPr>
        <p:spPr>
          <a:xfrm xmlns:a="http://schemas.openxmlformats.org/drawingml/2006/main">
            <a:off x="514350" y="2828925"/>
            <a:ext cx="1905000" cy="1047750"/>
          </a:xfrm>
          <a:prstGeom xmlns:a="http://schemas.openxmlformats.org/drawingml/2006/main" prst="roundRect">
            <a:avLst>
              <a:gd name="adj" fmla="val 4545"/>
            </a:avLst>
          </a:prstGeom>
          <a:solidFill xmlns:a="http://schemas.openxmlformats.org/drawingml/2006/main">
            <a:srgbClr val="F5F7F8"/>
          </a:solidFill>
          <a:ln xmlns:a="http://schemas.openxmlformats.org/drawingml/2006/main" w="11430">
            <a:solidFill>
              <a:srgbClr val="132D46"/>
            </a:solidFill>
          </a:ln>
        </p:spPr>
      </p:sp>
      <p:sp>
        <p:nvSpPr>
          <p:cNvPr id="8" name="">
            <a:extLst xmlns:a="http://schemas.openxmlformats.org/drawingml/2006/main">
              <a:ext uri="{FF2B5EF4-FFF2-40B4-BE49-F238E27FC236}">
                <a16:creationId xmlns:a16="http://schemas.microsoft.com/office/drawing/2014/main" id="{0BD1048D-11B4-49FA-8281-95FB46152DCA}"/>
              </a:ext>
            </a:extLst>
          </p:cNvPr>
          <p:cNvSpPr>
            <a:spLocks xmlns:a="http://schemas.openxmlformats.org/drawingml/2006/main"/>
          </p:cNvSpPr>
          <p:nvPr/>
        </p:nvSpPr>
        <p:spPr>
          <a:xfrm xmlns:a="http://schemas.openxmlformats.org/drawingml/2006/main">
            <a:off x="628650" y="2990850"/>
            <a:ext cx="1676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75" b="1">
                <a:solidFill>
                  <a:srgbClr val="132D46"/>
                </a:solidFill>
                <a:latin typeface="Noto Sans CJK KR"/>
                <a:ea typeface="Noto Sans CJK KR"/>
                <a:cs typeface="Noto Sans CJK KR"/>
              </a:defRPr>
            </a:defPPr>
            <a:lvl1pPr algn="ctr">
              <a:defRPr sz="1575" b="1">
                <a:solidFill>
                  <a:srgbClr val="132D46"/>
                </a:solidFill>
                <a:latin typeface="Noto Sans CJK KR"/>
                <a:ea typeface="Noto Sans CJK KR"/>
                <a:cs typeface="Noto Sans CJK KR"/>
              </a:defRPr>
            </a:lvl1pPr>
            <a:lvl2pPr algn="ctr">
              <a:defRPr sz="1575" b="1">
                <a:solidFill>
                  <a:srgbClr val="132D46"/>
                </a:solidFill>
                <a:latin typeface="Noto Sans CJK KR"/>
                <a:ea typeface="Noto Sans CJK KR"/>
                <a:cs typeface="Noto Sans CJK KR"/>
              </a:defRPr>
            </a:lvl2pPr>
            <a:lvl3pPr algn="ctr">
              <a:defRPr sz="1575" b="1">
                <a:solidFill>
                  <a:srgbClr val="132D46"/>
                </a:solidFill>
                <a:latin typeface="Noto Sans CJK KR"/>
                <a:ea typeface="Noto Sans CJK KR"/>
                <a:cs typeface="Noto Sans CJK KR"/>
              </a:defRPr>
            </a:lvl3pPr>
            <a:lvl4pPr algn="ctr">
              <a:defRPr sz="1575" b="1">
                <a:solidFill>
                  <a:srgbClr val="132D46"/>
                </a:solidFill>
                <a:latin typeface="Noto Sans CJK KR"/>
                <a:ea typeface="Noto Sans CJK KR"/>
                <a:cs typeface="Noto Sans CJK KR"/>
              </a:defRPr>
            </a:lvl4pPr>
            <a:lvl5pPr algn="ctr">
              <a:defRPr sz="1575" b="1">
                <a:solidFill>
                  <a:srgbClr val="132D46"/>
                </a:solidFill>
                <a:latin typeface="Noto Sans CJK KR"/>
                <a:ea typeface="Noto Sans CJK KR"/>
                <a:cs typeface="Noto Sans CJK KR"/>
              </a:defRPr>
            </a:lvl5pPr>
            <a:lvl6pPr algn="ctr">
              <a:defRPr sz="1575" b="1">
                <a:solidFill>
                  <a:srgbClr val="132D46"/>
                </a:solidFill>
                <a:latin typeface="Noto Sans CJK KR"/>
                <a:ea typeface="Noto Sans CJK KR"/>
                <a:cs typeface="Noto Sans CJK KR"/>
              </a:defRPr>
            </a:lvl6pPr>
            <a:lvl7pPr algn="ctr">
              <a:defRPr sz="1575" b="1">
                <a:solidFill>
                  <a:srgbClr val="132D46"/>
                </a:solidFill>
                <a:latin typeface="Noto Sans CJK KR"/>
                <a:ea typeface="Noto Sans CJK KR"/>
                <a:cs typeface="Noto Sans CJK KR"/>
              </a:defRPr>
            </a:lvl7pPr>
            <a:lvl8pPr algn="ctr">
              <a:defRPr sz="1575" b="1">
                <a:solidFill>
                  <a:srgbClr val="132D46"/>
                </a:solidFill>
                <a:latin typeface="Noto Sans CJK KR"/>
                <a:ea typeface="Noto Sans CJK KR"/>
                <a:cs typeface="Noto Sans CJK KR"/>
              </a:defRPr>
            </a:lvl8pPr>
            <a:lvl9pPr algn="ctr">
              <a:defRPr sz="1575" b="1">
                <a:solidFill>
                  <a:srgbClr val="132D46"/>
                </a:solidFill>
                <a:latin typeface="Noto Sans CJK KR"/>
                <a:ea typeface="Noto Sans CJK KR"/>
                <a:cs typeface="Noto Sans CJK KR"/>
              </a:defRPr>
            </a:lvl9pPr>
          </a:lstStyle>
          <a:p xmlns:a="http://schemas.openxmlformats.org/drawingml/2006/main">
            <a:pPr algn="ctr">
              <a:defRPr sz="1575" b="1">
                <a:solidFill>
                  <a:srgbClr val="132D46"/>
                </a:solidFill>
                <a:latin typeface="Noto Sans CJK KR"/>
                <a:ea typeface="Noto Sans CJK KR"/>
                <a:cs typeface="Noto Sans CJK KR"/>
              </a:defRPr>
            </a:pPr>
            <a:r>
              <a:rPr sz="1575" b="1">
                <a:solidFill>
                  <a:srgbClr val="132D46"/>
                </a:solidFill>
                <a:latin typeface="Noto Sans CJK KR"/>
                <a:ea typeface="Noto Sans CJK KR"/>
                <a:cs typeface="Noto Sans CJK KR"/>
              </a:rPr>
              <a:t>FastAPI</a:t>
            </a:r>
          </a:p>
        </p:txBody>
      </p:sp>
      <p:sp>
        <p:nvSpPr>
          <p:cNvPr id="9" name="">
            <a:extLst xmlns:a="http://schemas.openxmlformats.org/drawingml/2006/main">
              <a:ext uri="{FF2B5EF4-FFF2-40B4-BE49-F238E27FC236}">
                <a16:creationId xmlns:a16="http://schemas.microsoft.com/office/drawing/2014/main" id="{2580BECA-D320-4FE8-B0F5-25C66A1113AE}"/>
              </a:ext>
            </a:extLst>
          </p:cNvPr>
          <p:cNvSpPr>
            <a:spLocks xmlns:a="http://schemas.openxmlformats.org/drawingml/2006/main"/>
          </p:cNvSpPr>
          <p:nvPr/>
        </p:nvSpPr>
        <p:spPr>
          <a:xfrm xmlns:a="http://schemas.openxmlformats.org/drawingml/2006/main">
            <a:off x="628650" y="3390900"/>
            <a:ext cx="1676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350" b="0">
                <a:solidFill>
                  <a:srgbClr val="566879"/>
                </a:solidFill>
                <a:latin typeface="Noto Sans CJK KR"/>
                <a:ea typeface="Noto Sans CJK KR"/>
                <a:cs typeface="Noto Sans CJK KR"/>
              </a:defRPr>
            </a:defPPr>
            <a:lvl1pPr algn="ctr">
              <a:defRPr sz="1350" b="0">
                <a:solidFill>
                  <a:srgbClr val="566879"/>
                </a:solidFill>
                <a:latin typeface="Noto Sans CJK KR"/>
                <a:ea typeface="Noto Sans CJK KR"/>
                <a:cs typeface="Noto Sans CJK KR"/>
              </a:defRPr>
            </a:lvl1pPr>
            <a:lvl2pPr algn="ctr">
              <a:defRPr sz="1350" b="0">
                <a:solidFill>
                  <a:srgbClr val="566879"/>
                </a:solidFill>
                <a:latin typeface="Noto Sans CJK KR"/>
                <a:ea typeface="Noto Sans CJK KR"/>
                <a:cs typeface="Noto Sans CJK KR"/>
              </a:defRPr>
            </a:lvl2pPr>
            <a:lvl3pPr algn="ctr">
              <a:defRPr sz="1350" b="0">
                <a:solidFill>
                  <a:srgbClr val="566879"/>
                </a:solidFill>
                <a:latin typeface="Noto Sans CJK KR"/>
                <a:ea typeface="Noto Sans CJK KR"/>
                <a:cs typeface="Noto Sans CJK KR"/>
              </a:defRPr>
            </a:lvl3pPr>
            <a:lvl4pPr algn="ctr">
              <a:defRPr sz="1350" b="0">
                <a:solidFill>
                  <a:srgbClr val="566879"/>
                </a:solidFill>
                <a:latin typeface="Noto Sans CJK KR"/>
                <a:ea typeface="Noto Sans CJK KR"/>
                <a:cs typeface="Noto Sans CJK KR"/>
              </a:defRPr>
            </a:lvl4pPr>
            <a:lvl5pPr algn="ctr">
              <a:defRPr sz="1350" b="0">
                <a:solidFill>
                  <a:srgbClr val="566879"/>
                </a:solidFill>
                <a:latin typeface="Noto Sans CJK KR"/>
                <a:ea typeface="Noto Sans CJK KR"/>
                <a:cs typeface="Noto Sans CJK KR"/>
              </a:defRPr>
            </a:lvl5pPr>
            <a:lvl6pPr algn="ctr">
              <a:defRPr sz="1350" b="0">
                <a:solidFill>
                  <a:srgbClr val="566879"/>
                </a:solidFill>
                <a:latin typeface="Noto Sans CJK KR"/>
                <a:ea typeface="Noto Sans CJK KR"/>
                <a:cs typeface="Noto Sans CJK KR"/>
              </a:defRPr>
            </a:lvl6pPr>
            <a:lvl7pPr algn="ctr">
              <a:defRPr sz="1350" b="0">
                <a:solidFill>
                  <a:srgbClr val="566879"/>
                </a:solidFill>
                <a:latin typeface="Noto Sans CJK KR"/>
                <a:ea typeface="Noto Sans CJK KR"/>
                <a:cs typeface="Noto Sans CJK KR"/>
              </a:defRPr>
            </a:lvl7pPr>
            <a:lvl8pPr algn="ctr">
              <a:defRPr sz="1350" b="0">
                <a:solidFill>
                  <a:srgbClr val="566879"/>
                </a:solidFill>
                <a:latin typeface="Noto Sans CJK KR"/>
                <a:ea typeface="Noto Sans CJK KR"/>
                <a:cs typeface="Noto Sans CJK KR"/>
              </a:defRPr>
            </a:lvl8pPr>
            <a:lvl9pPr algn="ctr">
              <a:defRPr sz="1350" b="0">
                <a:solidFill>
                  <a:srgbClr val="566879"/>
                </a:solidFill>
                <a:latin typeface="Noto Sans CJK KR"/>
                <a:ea typeface="Noto Sans CJK KR"/>
                <a:cs typeface="Noto Sans CJK KR"/>
              </a:defRPr>
            </a:lvl9pPr>
          </a:lstStyle>
          <a:p xmlns:a="http://schemas.openxmlformats.org/drawingml/2006/main">
            <a:pPr algn="ctr">
              <a:defRPr sz="1350" b="0">
                <a:solidFill>
                  <a:srgbClr val="566879"/>
                </a:solidFill>
                <a:latin typeface="Noto Sans CJK KR"/>
                <a:ea typeface="Noto Sans CJK KR"/>
                <a:cs typeface="Noto Sans CJK KR"/>
              </a:defRPr>
            </a:pPr>
            <a:r>
              <a:rPr sz="1350" b="0">
                <a:solidFill>
                  <a:srgbClr val="566879"/>
                </a:solidFill>
                <a:latin typeface="Noto Sans CJK KR"/>
                <a:ea typeface="Noto Sans CJK KR"/>
                <a:cs typeface="Noto Sans CJK KR"/>
              </a:rPr>
              <a:t>/v1/chat</a:t>
            </a:r>
          </a:p>
          <a:p xmlns:a="http://schemas.openxmlformats.org/drawingml/2006/main">
            <a:pPr algn="ctr">
              <a:defRPr sz="1350" b="0">
                <a:solidFill>
                  <a:srgbClr val="566879"/>
                </a:solidFill>
                <a:latin typeface="Noto Sans CJK KR"/>
                <a:ea typeface="Noto Sans CJK KR"/>
                <a:cs typeface="Noto Sans CJK KR"/>
              </a:defRPr>
            </a:pPr>
            <a:r>
              <a:rPr sz="1350" b="0">
                <a:solidFill>
                  <a:srgbClr val="566879"/>
                </a:solidFill>
                <a:latin typeface="Noto Sans CJK KR"/>
                <a:ea typeface="Noto Sans CJK KR"/>
                <a:cs typeface="Noto Sans CJK KR"/>
              </a:rPr>
              <a:t>/v1/chat/detailed</a:t>
            </a:r>
          </a:p>
        </p:txBody>
      </p:sp>
      <p:sp>
        <p:nvSpPr>
          <p:cNvPr id="11" name="">
            <a:extLst xmlns:a="http://schemas.openxmlformats.org/drawingml/2006/main">
              <a:ext uri="{FF2B5EF4-FFF2-40B4-BE49-F238E27FC236}">
                <a16:creationId xmlns:a16="http://schemas.microsoft.com/office/drawing/2014/main" id="{DAF71622-CF9B-420E-BF83-CB240B560BEF}"/>
              </a:ext>
            </a:extLst>
          </p:cNvPr>
          <p:cNvSpPr>
            <a:spLocks xmlns:a="http://schemas.openxmlformats.org/drawingml/2006/main"/>
          </p:cNvSpPr>
          <p:nvPr/>
        </p:nvSpPr>
        <p:spPr>
          <a:xfrm xmlns:a="http://schemas.openxmlformats.org/drawingml/2006/main">
            <a:off x="923925" y="244792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125" b="0">
                <a:solidFill>
                  <a:srgbClr val="566879"/>
                </a:solidFill>
                <a:latin typeface="Noto Sans CJK KR"/>
                <a:ea typeface="Noto Sans CJK KR"/>
                <a:cs typeface="Noto Sans CJK KR"/>
              </a:defRPr>
            </a:defPPr>
            <a:lvl1pPr algn="ctr">
              <a:defRPr sz="1125" b="0">
                <a:solidFill>
                  <a:srgbClr val="566879"/>
                </a:solidFill>
                <a:latin typeface="Noto Sans CJK KR"/>
                <a:ea typeface="Noto Sans CJK KR"/>
                <a:cs typeface="Noto Sans CJK KR"/>
              </a:defRPr>
            </a:lvl1pPr>
            <a:lvl2pPr algn="ctr">
              <a:defRPr sz="1125" b="0">
                <a:solidFill>
                  <a:srgbClr val="566879"/>
                </a:solidFill>
                <a:latin typeface="Noto Sans CJK KR"/>
                <a:ea typeface="Noto Sans CJK KR"/>
                <a:cs typeface="Noto Sans CJK KR"/>
              </a:defRPr>
            </a:lvl2pPr>
            <a:lvl3pPr algn="ctr">
              <a:defRPr sz="1125" b="0">
                <a:solidFill>
                  <a:srgbClr val="566879"/>
                </a:solidFill>
                <a:latin typeface="Noto Sans CJK KR"/>
                <a:ea typeface="Noto Sans CJK KR"/>
                <a:cs typeface="Noto Sans CJK KR"/>
              </a:defRPr>
            </a:lvl3pPr>
            <a:lvl4pPr algn="ctr">
              <a:defRPr sz="1125" b="0">
                <a:solidFill>
                  <a:srgbClr val="566879"/>
                </a:solidFill>
                <a:latin typeface="Noto Sans CJK KR"/>
                <a:ea typeface="Noto Sans CJK KR"/>
                <a:cs typeface="Noto Sans CJK KR"/>
              </a:defRPr>
            </a:lvl4pPr>
            <a:lvl5pPr algn="ctr">
              <a:defRPr sz="1125" b="0">
                <a:solidFill>
                  <a:srgbClr val="566879"/>
                </a:solidFill>
                <a:latin typeface="Noto Sans CJK KR"/>
                <a:ea typeface="Noto Sans CJK KR"/>
                <a:cs typeface="Noto Sans CJK KR"/>
              </a:defRPr>
            </a:lvl5pPr>
            <a:lvl6pPr algn="ctr">
              <a:defRPr sz="1125" b="0">
                <a:solidFill>
                  <a:srgbClr val="566879"/>
                </a:solidFill>
                <a:latin typeface="Noto Sans CJK KR"/>
                <a:ea typeface="Noto Sans CJK KR"/>
                <a:cs typeface="Noto Sans CJK KR"/>
              </a:defRPr>
            </a:lvl6pPr>
            <a:lvl7pPr algn="ctr">
              <a:defRPr sz="1125" b="0">
                <a:solidFill>
                  <a:srgbClr val="566879"/>
                </a:solidFill>
                <a:latin typeface="Noto Sans CJK KR"/>
                <a:ea typeface="Noto Sans CJK KR"/>
                <a:cs typeface="Noto Sans CJK KR"/>
              </a:defRPr>
            </a:lvl7pPr>
            <a:lvl8pPr algn="ctr">
              <a:defRPr sz="1125" b="0">
                <a:solidFill>
                  <a:srgbClr val="566879"/>
                </a:solidFill>
                <a:latin typeface="Noto Sans CJK KR"/>
                <a:ea typeface="Noto Sans CJK KR"/>
                <a:cs typeface="Noto Sans CJK KR"/>
              </a:defRPr>
            </a:lvl8pPr>
            <a:lvl9pPr algn="ctr">
              <a:defRPr sz="1125" b="0">
                <a:solidFill>
                  <a:srgbClr val="566879"/>
                </a:solidFill>
                <a:latin typeface="Noto Sans CJK KR"/>
                <a:ea typeface="Noto Sans CJK KR"/>
                <a:cs typeface="Noto Sans CJK KR"/>
              </a:defRPr>
            </a:lvl9pPr>
          </a:lstStyle>
          <a:p xmlns:a="http://schemas.openxmlformats.org/drawingml/2006/main">
            <a:pPr algn="ctr">
              <a:defRPr sz="1125" b="0">
                <a:solidFill>
                  <a:srgbClr val="566879"/>
                </a:solidFill>
                <a:latin typeface="Noto Sans CJK KR"/>
                <a:ea typeface="Noto Sans CJK KR"/>
                <a:cs typeface="Noto Sans CJK KR"/>
              </a:defRPr>
            </a:pPr>
            <a:r>
              <a:rPr sz="1125" b="0">
                <a:solidFill>
                  <a:srgbClr val="566879"/>
                </a:solidFill>
                <a:latin typeface="Noto Sans CJK KR"/>
                <a:ea typeface="Noto Sans CJK KR"/>
                <a:cs typeface="Noto Sans CJK KR"/>
              </a:rPr>
              <a:t>질문 / 답변</a:t>
            </a:r>
          </a:p>
        </p:txBody>
      </p:sp>
      <p:sp>
        <p:nvSpPr>
          <p:cNvPr id="12" name="">
            <a:extLst xmlns:a="http://schemas.openxmlformats.org/drawingml/2006/main">
              <a:ext uri="{FF2B5EF4-FFF2-40B4-BE49-F238E27FC236}">
                <a16:creationId xmlns:a16="http://schemas.microsoft.com/office/drawing/2014/main" id="{F65D22A2-1CC6-4996-BD23-2EBDC43E85E4}"/>
              </a:ext>
            </a:extLst>
          </p:cNvPr>
          <p:cNvSpPr>
            <a:spLocks xmlns:a="http://schemas.openxmlformats.org/drawingml/2006/main"/>
          </p:cNvSpPr>
          <p:nvPr/>
        </p:nvSpPr>
        <p:spPr>
          <a:xfrm xmlns:a="http://schemas.openxmlformats.org/drawingml/2006/main">
            <a:off x="2952750" y="1466850"/>
            <a:ext cx="5905500" cy="2409825"/>
          </a:xfrm>
          <a:prstGeom xmlns:a="http://schemas.openxmlformats.org/drawingml/2006/main" prst="roundRect">
            <a:avLst>
              <a:gd name="adj" fmla="val 1976"/>
            </a:avLst>
          </a:prstGeom>
          <a:solidFill xmlns:a="http://schemas.openxmlformats.org/drawingml/2006/main">
            <a:srgbClr val="FFFFFF"/>
          </a:solidFill>
          <a:ln xmlns:a="http://schemas.openxmlformats.org/drawingml/2006/main" w="11430">
            <a:solidFill>
              <a:srgbClr val="1C7B79"/>
            </a:solidFill>
          </a:ln>
        </p:spPr>
      </p:sp>
      <p:sp>
        <p:nvSpPr>
          <p:cNvPr id="13" name="">
            <a:extLst xmlns:a="http://schemas.openxmlformats.org/drawingml/2006/main">
              <a:ext uri="{FF2B5EF4-FFF2-40B4-BE49-F238E27FC236}">
                <a16:creationId xmlns:a16="http://schemas.microsoft.com/office/drawing/2014/main" id="{B9E811C4-020B-40FF-8A89-F411AAB713C0}"/>
              </a:ext>
            </a:extLst>
          </p:cNvPr>
          <p:cNvSpPr>
            <a:spLocks xmlns:a="http://schemas.openxmlformats.org/drawingml/2006/main"/>
          </p:cNvSpPr>
          <p:nvPr/>
        </p:nvSpPr>
        <p:spPr>
          <a:xfrm xmlns:a="http://schemas.openxmlformats.org/drawingml/2006/main">
            <a:off x="3133725" y="1609725"/>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1">
                <a:solidFill>
                  <a:srgbClr val="1C7B79"/>
                </a:solidFill>
                <a:latin typeface="Noto Sans CJK KR"/>
                <a:ea typeface="Noto Sans CJK KR"/>
                <a:cs typeface="Noto Sans CJK KR"/>
              </a:defRPr>
            </a:defPPr>
            <a:lvl1pPr algn="l">
              <a:defRPr sz="1725" b="1">
                <a:solidFill>
                  <a:srgbClr val="1C7B79"/>
                </a:solidFill>
                <a:latin typeface="Noto Sans CJK KR"/>
                <a:ea typeface="Noto Sans CJK KR"/>
                <a:cs typeface="Noto Sans CJK KR"/>
              </a:defRPr>
            </a:lvl1pPr>
            <a:lvl2pPr algn="l">
              <a:defRPr sz="1725" b="1">
                <a:solidFill>
                  <a:srgbClr val="1C7B79"/>
                </a:solidFill>
                <a:latin typeface="Noto Sans CJK KR"/>
                <a:ea typeface="Noto Sans CJK KR"/>
                <a:cs typeface="Noto Sans CJK KR"/>
              </a:defRPr>
            </a:lvl2pPr>
            <a:lvl3pPr algn="l">
              <a:defRPr sz="1725" b="1">
                <a:solidFill>
                  <a:srgbClr val="1C7B79"/>
                </a:solidFill>
                <a:latin typeface="Noto Sans CJK KR"/>
                <a:ea typeface="Noto Sans CJK KR"/>
                <a:cs typeface="Noto Sans CJK KR"/>
              </a:defRPr>
            </a:lvl3pPr>
            <a:lvl4pPr algn="l">
              <a:defRPr sz="1725" b="1">
                <a:solidFill>
                  <a:srgbClr val="1C7B79"/>
                </a:solidFill>
                <a:latin typeface="Noto Sans CJK KR"/>
                <a:ea typeface="Noto Sans CJK KR"/>
                <a:cs typeface="Noto Sans CJK KR"/>
              </a:defRPr>
            </a:lvl4pPr>
            <a:lvl5pPr algn="l">
              <a:defRPr sz="1725" b="1">
                <a:solidFill>
                  <a:srgbClr val="1C7B79"/>
                </a:solidFill>
                <a:latin typeface="Noto Sans CJK KR"/>
                <a:ea typeface="Noto Sans CJK KR"/>
                <a:cs typeface="Noto Sans CJK KR"/>
              </a:defRPr>
            </a:lvl5pPr>
            <a:lvl6pPr algn="l">
              <a:defRPr sz="1725" b="1">
                <a:solidFill>
                  <a:srgbClr val="1C7B79"/>
                </a:solidFill>
                <a:latin typeface="Noto Sans CJK KR"/>
                <a:ea typeface="Noto Sans CJK KR"/>
                <a:cs typeface="Noto Sans CJK KR"/>
              </a:defRPr>
            </a:lvl6pPr>
            <a:lvl7pPr algn="l">
              <a:defRPr sz="1725" b="1">
                <a:solidFill>
                  <a:srgbClr val="1C7B79"/>
                </a:solidFill>
                <a:latin typeface="Noto Sans CJK KR"/>
                <a:ea typeface="Noto Sans CJK KR"/>
                <a:cs typeface="Noto Sans CJK KR"/>
              </a:defRPr>
            </a:lvl7pPr>
            <a:lvl8pPr algn="l">
              <a:defRPr sz="1725" b="1">
                <a:solidFill>
                  <a:srgbClr val="1C7B79"/>
                </a:solidFill>
                <a:latin typeface="Noto Sans CJK KR"/>
                <a:ea typeface="Noto Sans CJK KR"/>
                <a:cs typeface="Noto Sans CJK KR"/>
              </a:defRPr>
            </a:lvl8pPr>
            <a:lvl9pPr algn="l">
              <a:defRPr sz="1725" b="1">
                <a:solidFill>
                  <a:srgbClr val="1C7B79"/>
                </a:solidFill>
                <a:latin typeface="Noto Sans CJK KR"/>
                <a:ea typeface="Noto Sans CJK KR"/>
                <a:cs typeface="Noto Sans CJK KR"/>
              </a:defRPr>
            </a:lvl9pPr>
          </a:lstStyle>
          <a:p xmlns:a="http://schemas.openxmlformats.org/drawingml/2006/main">
            <a:pPr algn="l">
              <a:defRPr sz="1725" b="1">
                <a:solidFill>
                  <a:srgbClr val="1C7B79"/>
                </a:solidFill>
                <a:latin typeface="Noto Sans CJK KR"/>
                <a:ea typeface="Noto Sans CJK KR"/>
                <a:cs typeface="Noto Sans CJK KR"/>
              </a:defRPr>
            </a:pPr>
            <a:r>
              <a:rPr sz="1725" b="1">
                <a:solidFill>
                  <a:srgbClr val="1C7B79"/>
                </a:solidFill>
                <a:latin typeface="Noto Sans CJK KR"/>
                <a:ea typeface="Noto Sans CJK KR"/>
                <a:cs typeface="Noto Sans CJK KR"/>
              </a:rPr>
              <a:t>RAG Workflow</a:t>
            </a:r>
          </a:p>
        </p:txBody>
      </p:sp>
      <p:sp>
        <p:nvSpPr>
          <p:cNvPr id="14" name="">
            <a:extLst xmlns:a="http://schemas.openxmlformats.org/drawingml/2006/main">
              <a:ext uri="{FF2B5EF4-FFF2-40B4-BE49-F238E27FC236}">
                <a16:creationId xmlns:a16="http://schemas.microsoft.com/office/drawing/2014/main" id="{18951701-BC49-48D6-9B83-96C755D67AD6}"/>
              </a:ext>
            </a:extLst>
          </p:cNvPr>
          <p:cNvSpPr>
            <a:spLocks xmlns:a="http://schemas.openxmlformats.org/drawingml/2006/main"/>
          </p:cNvSpPr>
          <p:nvPr/>
        </p:nvSpPr>
        <p:spPr>
          <a:xfrm xmlns:a="http://schemas.openxmlformats.org/drawingml/2006/main">
            <a:off x="3133725" y="2124075"/>
            <a:ext cx="1304925" cy="971550"/>
          </a:xfrm>
          <a:prstGeom xmlns:a="http://schemas.openxmlformats.org/drawingml/2006/main" prst="roundRect">
            <a:avLst>
              <a:gd name="adj" fmla="val 4902"/>
            </a:avLst>
          </a:prstGeom>
          <a:solidFill xmlns:a="http://schemas.openxmlformats.org/drawingml/2006/main">
            <a:srgbClr val="F5F7F8"/>
          </a:solidFill>
          <a:ln xmlns:a="http://schemas.openxmlformats.org/drawingml/2006/main" w="11430">
            <a:solidFill>
              <a:srgbClr val="132D46"/>
            </a:solidFill>
          </a:ln>
        </p:spPr>
      </p:sp>
      <p:sp>
        <p:nvSpPr>
          <p:cNvPr id="15" name="">
            <a:extLst xmlns:a="http://schemas.openxmlformats.org/drawingml/2006/main">
              <a:ext uri="{FF2B5EF4-FFF2-40B4-BE49-F238E27FC236}">
                <a16:creationId xmlns:a16="http://schemas.microsoft.com/office/drawing/2014/main" id="{ECA42D53-416B-489B-A74A-DD24E7FB691B}"/>
              </a:ext>
            </a:extLst>
          </p:cNvPr>
          <p:cNvSpPr>
            <a:spLocks xmlns:a="http://schemas.openxmlformats.org/drawingml/2006/main"/>
          </p:cNvSpPr>
          <p:nvPr/>
        </p:nvSpPr>
        <p:spPr>
          <a:xfrm xmlns:a="http://schemas.openxmlformats.org/drawingml/2006/main">
            <a:off x="3248025" y="2286000"/>
            <a:ext cx="1076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350" b="1">
                <a:solidFill>
                  <a:srgbClr val="132D46"/>
                </a:solidFill>
                <a:latin typeface="Noto Sans CJK KR"/>
                <a:ea typeface="Noto Sans CJK KR"/>
                <a:cs typeface="Noto Sans CJK KR"/>
              </a:defRPr>
            </a:defPPr>
            <a:lvl1pPr algn="ctr">
              <a:defRPr sz="1350" b="1">
                <a:solidFill>
                  <a:srgbClr val="132D46"/>
                </a:solidFill>
                <a:latin typeface="Noto Sans CJK KR"/>
                <a:ea typeface="Noto Sans CJK KR"/>
                <a:cs typeface="Noto Sans CJK KR"/>
              </a:defRPr>
            </a:lvl1pPr>
            <a:lvl2pPr algn="ctr">
              <a:defRPr sz="1350" b="1">
                <a:solidFill>
                  <a:srgbClr val="132D46"/>
                </a:solidFill>
                <a:latin typeface="Noto Sans CJK KR"/>
                <a:ea typeface="Noto Sans CJK KR"/>
                <a:cs typeface="Noto Sans CJK KR"/>
              </a:defRPr>
            </a:lvl2pPr>
            <a:lvl3pPr algn="ctr">
              <a:defRPr sz="1350" b="1">
                <a:solidFill>
                  <a:srgbClr val="132D46"/>
                </a:solidFill>
                <a:latin typeface="Noto Sans CJK KR"/>
                <a:ea typeface="Noto Sans CJK KR"/>
                <a:cs typeface="Noto Sans CJK KR"/>
              </a:defRPr>
            </a:lvl3pPr>
            <a:lvl4pPr algn="ctr">
              <a:defRPr sz="1350" b="1">
                <a:solidFill>
                  <a:srgbClr val="132D46"/>
                </a:solidFill>
                <a:latin typeface="Noto Sans CJK KR"/>
                <a:ea typeface="Noto Sans CJK KR"/>
                <a:cs typeface="Noto Sans CJK KR"/>
              </a:defRPr>
            </a:lvl4pPr>
            <a:lvl5pPr algn="ctr">
              <a:defRPr sz="1350" b="1">
                <a:solidFill>
                  <a:srgbClr val="132D46"/>
                </a:solidFill>
                <a:latin typeface="Noto Sans CJK KR"/>
                <a:ea typeface="Noto Sans CJK KR"/>
                <a:cs typeface="Noto Sans CJK KR"/>
              </a:defRPr>
            </a:lvl5pPr>
            <a:lvl6pPr algn="ctr">
              <a:defRPr sz="1350" b="1">
                <a:solidFill>
                  <a:srgbClr val="132D46"/>
                </a:solidFill>
                <a:latin typeface="Noto Sans CJK KR"/>
                <a:ea typeface="Noto Sans CJK KR"/>
                <a:cs typeface="Noto Sans CJK KR"/>
              </a:defRPr>
            </a:lvl6pPr>
            <a:lvl7pPr algn="ctr">
              <a:defRPr sz="1350" b="1">
                <a:solidFill>
                  <a:srgbClr val="132D46"/>
                </a:solidFill>
                <a:latin typeface="Noto Sans CJK KR"/>
                <a:ea typeface="Noto Sans CJK KR"/>
                <a:cs typeface="Noto Sans CJK KR"/>
              </a:defRPr>
            </a:lvl7pPr>
            <a:lvl8pPr algn="ctr">
              <a:defRPr sz="1350" b="1">
                <a:solidFill>
                  <a:srgbClr val="132D46"/>
                </a:solidFill>
                <a:latin typeface="Noto Sans CJK KR"/>
                <a:ea typeface="Noto Sans CJK KR"/>
                <a:cs typeface="Noto Sans CJK KR"/>
              </a:defRPr>
            </a:lvl8pPr>
            <a:lvl9pPr algn="ctr">
              <a:defRPr sz="1350" b="1">
                <a:solidFill>
                  <a:srgbClr val="132D46"/>
                </a:solidFill>
                <a:latin typeface="Noto Sans CJK KR"/>
                <a:ea typeface="Noto Sans CJK KR"/>
                <a:cs typeface="Noto Sans CJK KR"/>
              </a:defRPr>
            </a:lvl9pPr>
          </a:lstStyle>
          <a:p xmlns:a="http://schemas.openxmlformats.org/drawingml/2006/main">
            <a:pPr algn="ctr">
              <a:defRPr sz="1350" b="1">
                <a:solidFill>
                  <a:srgbClr val="132D46"/>
                </a:solidFill>
                <a:latin typeface="Noto Sans CJK KR"/>
                <a:ea typeface="Noto Sans CJK KR"/>
                <a:cs typeface="Noto Sans CJK KR"/>
              </a:defRPr>
            </a:pPr>
            <a:r>
              <a:rPr sz="1350" b="1">
                <a:solidFill>
                  <a:srgbClr val="132D46"/>
                </a:solidFill>
                <a:latin typeface="Noto Sans CJK KR"/>
                <a:ea typeface="Noto Sans CJK KR"/>
                <a:cs typeface="Noto Sans CJK KR"/>
              </a:rPr>
              <a:t>질문·조건 해석</a:t>
            </a:r>
          </a:p>
        </p:txBody>
      </p:sp>
      <p:sp>
        <p:nvSpPr>
          <p:cNvPr id="16" name="">
            <a:extLst xmlns:a="http://schemas.openxmlformats.org/drawingml/2006/main">
              <a:ext uri="{FF2B5EF4-FFF2-40B4-BE49-F238E27FC236}">
                <a16:creationId xmlns:a16="http://schemas.microsoft.com/office/drawing/2014/main" id="{751A2C5B-7252-470E-95F4-E47C7D8C0E50}"/>
              </a:ext>
            </a:extLst>
          </p:cNvPr>
          <p:cNvSpPr>
            <a:spLocks xmlns:a="http://schemas.openxmlformats.org/drawingml/2006/main"/>
          </p:cNvSpPr>
          <p:nvPr/>
        </p:nvSpPr>
        <p:spPr>
          <a:xfrm xmlns:a="http://schemas.openxmlformats.org/drawingml/2006/main">
            <a:off x="3248025" y="2686050"/>
            <a:ext cx="1076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350" b="0">
                <a:solidFill>
                  <a:srgbClr val="566879"/>
                </a:solidFill>
                <a:latin typeface="Noto Sans CJK KR"/>
                <a:ea typeface="Noto Sans CJK KR"/>
                <a:cs typeface="Noto Sans CJK KR"/>
              </a:defRPr>
            </a:defPPr>
            <a:lvl1pPr algn="ctr">
              <a:defRPr sz="1350" b="0">
                <a:solidFill>
                  <a:srgbClr val="566879"/>
                </a:solidFill>
                <a:latin typeface="Noto Sans CJK KR"/>
                <a:ea typeface="Noto Sans CJK KR"/>
                <a:cs typeface="Noto Sans CJK KR"/>
              </a:defRPr>
            </a:lvl1pPr>
            <a:lvl2pPr algn="ctr">
              <a:defRPr sz="1350" b="0">
                <a:solidFill>
                  <a:srgbClr val="566879"/>
                </a:solidFill>
                <a:latin typeface="Noto Sans CJK KR"/>
                <a:ea typeface="Noto Sans CJK KR"/>
                <a:cs typeface="Noto Sans CJK KR"/>
              </a:defRPr>
            </a:lvl2pPr>
            <a:lvl3pPr algn="ctr">
              <a:defRPr sz="1350" b="0">
                <a:solidFill>
                  <a:srgbClr val="566879"/>
                </a:solidFill>
                <a:latin typeface="Noto Sans CJK KR"/>
                <a:ea typeface="Noto Sans CJK KR"/>
                <a:cs typeface="Noto Sans CJK KR"/>
              </a:defRPr>
            </a:lvl3pPr>
            <a:lvl4pPr algn="ctr">
              <a:defRPr sz="1350" b="0">
                <a:solidFill>
                  <a:srgbClr val="566879"/>
                </a:solidFill>
                <a:latin typeface="Noto Sans CJK KR"/>
                <a:ea typeface="Noto Sans CJK KR"/>
                <a:cs typeface="Noto Sans CJK KR"/>
              </a:defRPr>
            </a:lvl4pPr>
            <a:lvl5pPr algn="ctr">
              <a:defRPr sz="1350" b="0">
                <a:solidFill>
                  <a:srgbClr val="566879"/>
                </a:solidFill>
                <a:latin typeface="Noto Sans CJK KR"/>
                <a:ea typeface="Noto Sans CJK KR"/>
                <a:cs typeface="Noto Sans CJK KR"/>
              </a:defRPr>
            </a:lvl5pPr>
            <a:lvl6pPr algn="ctr">
              <a:defRPr sz="1350" b="0">
                <a:solidFill>
                  <a:srgbClr val="566879"/>
                </a:solidFill>
                <a:latin typeface="Noto Sans CJK KR"/>
                <a:ea typeface="Noto Sans CJK KR"/>
                <a:cs typeface="Noto Sans CJK KR"/>
              </a:defRPr>
            </a:lvl6pPr>
            <a:lvl7pPr algn="ctr">
              <a:defRPr sz="1350" b="0">
                <a:solidFill>
                  <a:srgbClr val="566879"/>
                </a:solidFill>
                <a:latin typeface="Noto Sans CJK KR"/>
                <a:ea typeface="Noto Sans CJK KR"/>
                <a:cs typeface="Noto Sans CJK KR"/>
              </a:defRPr>
            </a:lvl7pPr>
            <a:lvl8pPr algn="ctr">
              <a:defRPr sz="1350" b="0">
                <a:solidFill>
                  <a:srgbClr val="566879"/>
                </a:solidFill>
                <a:latin typeface="Noto Sans CJK KR"/>
                <a:ea typeface="Noto Sans CJK KR"/>
                <a:cs typeface="Noto Sans CJK KR"/>
              </a:defRPr>
            </a:lvl8pPr>
            <a:lvl9pPr algn="ctr">
              <a:defRPr sz="1350" b="0">
                <a:solidFill>
                  <a:srgbClr val="566879"/>
                </a:solidFill>
                <a:latin typeface="Noto Sans CJK KR"/>
                <a:ea typeface="Noto Sans CJK KR"/>
                <a:cs typeface="Noto Sans CJK KR"/>
              </a:defRPr>
            </a:lvl9pPr>
          </a:lstStyle>
          <a:p xmlns:a="http://schemas.openxmlformats.org/drawingml/2006/main">
            <a:pPr algn="ctr">
              <a:defRPr sz="1350" b="0">
                <a:solidFill>
                  <a:srgbClr val="566879"/>
                </a:solidFill>
                <a:latin typeface="Noto Sans CJK KR"/>
                <a:ea typeface="Noto Sans CJK KR"/>
                <a:cs typeface="Noto Sans CJK KR"/>
              </a:defRPr>
            </a:pPr>
            <a:r>
              <a:rPr sz="1350" b="0">
                <a:solidFill>
                  <a:srgbClr val="566879"/>
                </a:solidFill>
                <a:latin typeface="Noto Sans CJK KR"/>
                <a:ea typeface="Noto Sans CJK KR"/>
                <a:cs typeface="Noto Sans CJK KR"/>
              </a:rPr>
              <a:t>대화 맥락 반영</a:t>
            </a:r>
          </a:p>
        </p:txBody>
      </p:sp>
      <p:sp>
        <p:nvSpPr>
          <p:cNvPr id="17" name="">
            <a:extLst xmlns:a="http://schemas.openxmlformats.org/drawingml/2006/main">
              <a:ext uri="{FF2B5EF4-FFF2-40B4-BE49-F238E27FC236}">
                <a16:creationId xmlns:a16="http://schemas.microsoft.com/office/drawing/2014/main" id="{4619FC39-6441-45C9-844C-E5F27DB4E8D3}"/>
              </a:ext>
            </a:extLst>
          </p:cNvPr>
          <p:cNvSpPr>
            <a:spLocks xmlns:a="http://schemas.openxmlformats.org/drawingml/2006/main"/>
          </p:cNvSpPr>
          <p:nvPr/>
        </p:nvSpPr>
        <p:spPr>
          <a:xfrm xmlns:a="http://schemas.openxmlformats.org/drawingml/2006/main">
            <a:off x="4543425" y="2124075"/>
            <a:ext cx="1304925" cy="971550"/>
          </a:xfrm>
          <a:prstGeom xmlns:a="http://schemas.openxmlformats.org/drawingml/2006/main" prst="roundRect">
            <a:avLst>
              <a:gd name="adj" fmla="val 4902"/>
            </a:avLst>
          </a:prstGeom>
          <a:solidFill xmlns:a="http://schemas.openxmlformats.org/drawingml/2006/main">
            <a:srgbClr val="EBF5F4"/>
          </a:solidFill>
          <a:ln xmlns:a="http://schemas.openxmlformats.org/drawingml/2006/main" w="11430">
            <a:solidFill>
              <a:srgbClr val="1C7B79"/>
            </a:solidFill>
          </a:ln>
        </p:spPr>
      </p:sp>
      <p:sp>
        <p:nvSpPr>
          <p:cNvPr id="18" name="">
            <a:extLst xmlns:a="http://schemas.openxmlformats.org/drawingml/2006/main">
              <a:ext uri="{FF2B5EF4-FFF2-40B4-BE49-F238E27FC236}">
                <a16:creationId xmlns:a16="http://schemas.microsoft.com/office/drawing/2014/main" id="{1A38EB3D-0C1D-45A8-8062-2B396EAE4AD3}"/>
              </a:ext>
            </a:extLst>
          </p:cNvPr>
          <p:cNvSpPr>
            <a:spLocks xmlns:a="http://schemas.openxmlformats.org/drawingml/2006/main"/>
          </p:cNvSpPr>
          <p:nvPr/>
        </p:nvSpPr>
        <p:spPr>
          <a:xfrm xmlns:a="http://schemas.openxmlformats.org/drawingml/2006/main">
            <a:off x="4657725" y="2286000"/>
            <a:ext cx="1076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350" b="1">
                <a:solidFill>
                  <a:srgbClr val="1C7B79"/>
                </a:solidFill>
                <a:latin typeface="Noto Sans CJK KR"/>
                <a:ea typeface="Noto Sans CJK KR"/>
                <a:cs typeface="Noto Sans CJK KR"/>
              </a:defRPr>
            </a:defPPr>
            <a:lvl1pPr algn="ctr">
              <a:defRPr sz="1350" b="1">
                <a:solidFill>
                  <a:srgbClr val="1C7B79"/>
                </a:solidFill>
                <a:latin typeface="Noto Sans CJK KR"/>
                <a:ea typeface="Noto Sans CJK KR"/>
                <a:cs typeface="Noto Sans CJK KR"/>
              </a:defRPr>
            </a:lvl1pPr>
            <a:lvl2pPr algn="ctr">
              <a:defRPr sz="1350" b="1">
                <a:solidFill>
                  <a:srgbClr val="1C7B79"/>
                </a:solidFill>
                <a:latin typeface="Noto Sans CJK KR"/>
                <a:ea typeface="Noto Sans CJK KR"/>
                <a:cs typeface="Noto Sans CJK KR"/>
              </a:defRPr>
            </a:lvl2pPr>
            <a:lvl3pPr algn="ctr">
              <a:defRPr sz="1350" b="1">
                <a:solidFill>
                  <a:srgbClr val="1C7B79"/>
                </a:solidFill>
                <a:latin typeface="Noto Sans CJK KR"/>
                <a:ea typeface="Noto Sans CJK KR"/>
                <a:cs typeface="Noto Sans CJK KR"/>
              </a:defRPr>
            </a:lvl3pPr>
            <a:lvl4pPr algn="ctr">
              <a:defRPr sz="1350" b="1">
                <a:solidFill>
                  <a:srgbClr val="1C7B79"/>
                </a:solidFill>
                <a:latin typeface="Noto Sans CJK KR"/>
                <a:ea typeface="Noto Sans CJK KR"/>
                <a:cs typeface="Noto Sans CJK KR"/>
              </a:defRPr>
            </a:lvl4pPr>
            <a:lvl5pPr algn="ctr">
              <a:defRPr sz="1350" b="1">
                <a:solidFill>
                  <a:srgbClr val="1C7B79"/>
                </a:solidFill>
                <a:latin typeface="Noto Sans CJK KR"/>
                <a:ea typeface="Noto Sans CJK KR"/>
                <a:cs typeface="Noto Sans CJK KR"/>
              </a:defRPr>
            </a:lvl5pPr>
            <a:lvl6pPr algn="ctr">
              <a:defRPr sz="1350" b="1">
                <a:solidFill>
                  <a:srgbClr val="1C7B79"/>
                </a:solidFill>
                <a:latin typeface="Noto Sans CJK KR"/>
                <a:ea typeface="Noto Sans CJK KR"/>
                <a:cs typeface="Noto Sans CJK KR"/>
              </a:defRPr>
            </a:lvl6pPr>
            <a:lvl7pPr algn="ctr">
              <a:defRPr sz="1350" b="1">
                <a:solidFill>
                  <a:srgbClr val="1C7B79"/>
                </a:solidFill>
                <a:latin typeface="Noto Sans CJK KR"/>
                <a:ea typeface="Noto Sans CJK KR"/>
                <a:cs typeface="Noto Sans CJK KR"/>
              </a:defRPr>
            </a:lvl7pPr>
            <a:lvl8pPr algn="ctr">
              <a:defRPr sz="1350" b="1">
                <a:solidFill>
                  <a:srgbClr val="1C7B79"/>
                </a:solidFill>
                <a:latin typeface="Noto Sans CJK KR"/>
                <a:ea typeface="Noto Sans CJK KR"/>
                <a:cs typeface="Noto Sans CJK KR"/>
              </a:defRPr>
            </a:lvl8pPr>
            <a:lvl9pPr algn="ctr">
              <a:defRPr sz="1350" b="1">
                <a:solidFill>
                  <a:srgbClr val="1C7B79"/>
                </a:solidFill>
                <a:latin typeface="Noto Sans CJK KR"/>
                <a:ea typeface="Noto Sans CJK KR"/>
                <a:cs typeface="Noto Sans CJK KR"/>
              </a:defRPr>
            </a:lvl9pPr>
          </a:lstStyle>
          <a:p xmlns:a="http://schemas.openxmlformats.org/drawingml/2006/main">
            <a:pPr algn="ctr">
              <a:defRPr sz="1350" b="1">
                <a:solidFill>
                  <a:srgbClr val="1C7B79"/>
                </a:solidFill>
                <a:latin typeface="Noto Sans CJK KR"/>
                <a:ea typeface="Noto Sans CJK KR"/>
                <a:cs typeface="Noto Sans CJK KR"/>
              </a:defRPr>
            </a:pPr>
            <a:r>
              <a:rPr sz="1350" b="1">
                <a:solidFill>
                  <a:srgbClr val="1C7B79"/>
                </a:solidFill>
                <a:latin typeface="Noto Sans CJK KR"/>
                <a:ea typeface="Noto Sans CJK KR"/>
                <a:cs typeface="Noto Sans CJK KR"/>
              </a:rPr>
              <a:t>근거 검색</a:t>
            </a:r>
          </a:p>
        </p:txBody>
      </p:sp>
      <p:sp>
        <p:nvSpPr>
          <p:cNvPr id="19" name="">
            <a:extLst xmlns:a="http://schemas.openxmlformats.org/drawingml/2006/main">
              <a:ext uri="{FF2B5EF4-FFF2-40B4-BE49-F238E27FC236}">
                <a16:creationId xmlns:a16="http://schemas.microsoft.com/office/drawing/2014/main" id="{B85BDBB7-28DD-4731-AB6B-0F2ACD70B4E8}"/>
              </a:ext>
            </a:extLst>
          </p:cNvPr>
          <p:cNvSpPr>
            <a:spLocks xmlns:a="http://schemas.openxmlformats.org/drawingml/2006/main"/>
          </p:cNvSpPr>
          <p:nvPr/>
        </p:nvSpPr>
        <p:spPr>
          <a:xfrm xmlns:a="http://schemas.openxmlformats.org/drawingml/2006/main">
            <a:off x="4657725" y="2686050"/>
            <a:ext cx="1076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350" b="0">
                <a:solidFill>
                  <a:srgbClr val="566879"/>
                </a:solidFill>
                <a:latin typeface="Noto Sans CJK KR"/>
                <a:ea typeface="Noto Sans CJK KR"/>
                <a:cs typeface="Noto Sans CJK KR"/>
              </a:defRPr>
            </a:defPPr>
            <a:lvl1pPr algn="ctr">
              <a:defRPr sz="1350" b="0">
                <a:solidFill>
                  <a:srgbClr val="566879"/>
                </a:solidFill>
                <a:latin typeface="Noto Sans CJK KR"/>
                <a:ea typeface="Noto Sans CJK KR"/>
                <a:cs typeface="Noto Sans CJK KR"/>
              </a:defRPr>
            </a:lvl1pPr>
            <a:lvl2pPr algn="ctr">
              <a:defRPr sz="1350" b="0">
                <a:solidFill>
                  <a:srgbClr val="566879"/>
                </a:solidFill>
                <a:latin typeface="Noto Sans CJK KR"/>
                <a:ea typeface="Noto Sans CJK KR"/>
                <a:cs typeface="Noto Sans CJK KR"/>
              </a:defRPr>
            </a:lvl2pPr>
            <a:lvl3pPr algn="ctr">
              <a:defRPr sz="1350" b="0">
                <a:solidFill>
                  <a:srgbClr val="566879"/>
                </a:solidFill>
                <a:latin typeface="Noto Sans CJK KR"/>
                <a:ea typeface="Noto Sans CJK KR"/>
                <a:cs typeface="Noto Sans CJK KR"/>
              </a:defRPr>
            </a:lvl3pPr>
            <a:lvl4pPr algn="ctr">
              <a:defRPr sz="1350" b="0">
                <a:solidFill>
                  <a:srgbClr val="566879"/>
                </a:solidFill>
                <a:latin typeface="Noto Sans CJK KR"/>
                <a:ea typeface="Noto Sans CJK KR"/>
                <a:cs typeface="Noto Sans CJK KR"/>
              </a:defRPr>
            </a:lvl4pPr>
            <a:lvl5pPr algn="ctr">
              <a:defRPr sz="1350" b="0">
                <a:solidFill>
                  <a:srgbClr val="566879"/>
                </a:solidFill>
                <a:latin typeface="Noto Sans CJK KR"/>
                <a:ea typeface="Noto Sans CJK KR"/>
                <a:cs typeface="Noto Sans CJK KR"/>
              </a:defRPr>
            </a:lvl5pPr>
            <a:lvl6pPr algn="ctr">
              <a:defRPr sz="1350" b="0">
                <a:solidFill>
                  <a:srgbClr val="566879"/>
                </a:solidFill>
                <a:latin typeface="Noto Sans CJK KR"/>
                <a:ea typeface="Noto Sans CJK KR"/>
                <a:cs typeface="Noto Sans CJK KR"/>
              </a:defRPr>
            </a:lvl6pPr>
            <a:lvl7pPr algn="ctr">
              <a:defRPr sz="1350" b="0">
                <a:solidFill>
                  <a:srgbClr val="566879"/>
                </a:solidFill>
                <a:latin typeface="Noto Sans CJK KR"/>
                <a:ea typeface="Noto Sans CJK KR"/>
                <a:cs typeface="Noto Sans CJK KR"/>
              </a:defRPr>
            </a:lvl7pPr>
            <a:lvl8pPr algn="ctr">
              <a:defRPr sz="1350" b="0">
                <a:solidFill>
                  <a:srgbClr val="566879"/>
                </a:solidFill>
                <a:latin typeface="Noto Sans CJK KR"/>
                <a:ea typeface="Noto Sans CJK KR"/>
                <a:cs typeface="Noto Sans CJK KR"/>
              </a:defRPr>
            </a:lvl8pPr>
            <a:lvl9pPr algn="ctr">
              <a:defRPr sz="1350" b="0">
                <a:solidFill>
                  <a:srgbClr val="566879"/>
                </a:solidFill>
                <a:latin typeface="Noto Sans CJK KR"/>
                <a:ea typeface="Noto Sans CJK KR"/>
                <a:cs typeface="Noto Sans CJK KR"/>
              </a:defRPr>
            </a:lvl9pPr>
          </a:lstStyle>
          <a:p xmlns:a="http://schemas.openxmlformats.org/drawingml/2006/main">
            <a:pPr algn="ctr">
              <a:defRPr sz="1350" b="0">
                <a:solidFill>
                  <a:srgbClr val="566879"/>
                </a:solidFill>
                <a:latin typeface="Noto Sans CJK KR"/>
                <a:ea typeface="Noto Sans CJK KR"/>
                <a:cs typeface="Noto Sans CJK KR"/>
              </a:defRPr>
            </a:pPr>
            <a:r>
              <a:rPr sz="1350" b="0">
                <a:solidFill>
                  <a:srgbClr val="566879"/>
                </a:solidFill>
                <a:latin typeface="Noto Sans CJK KR"/>
                <a:ea typeface="Noto Sans CJK KR"/>
                <a:cs typeface="Noto Sans CJK KR"/>
              </a:rPr>
              <a:t>조건·권한 필터</a:t>
            </a:r>
          </a:p>
        </p:txBody>
      </p:sp>
      <p:sp>
        <p:nvSpPr>
          <p:cNvPr id="21" name="">
            <a:extLst xmlns:a="http://schemas.openxmlformats.org/drawingml/2006/main">
              <a:ext uri="{FF2B5EF4-FFF2-40B4-BE49-F238E27FC236}">
                <a16:creationId xmlns:a16="http://schemas.microsoft.com/office/drawing/2014/main" id="{91B634CF-9E54-4A12-A651-CD31D34D8558}"/>
              </a:ext>
            </a:extLst>
          </p:cNvPr>
          <p:cNvSpPr>
            <a:spLocks xmlns:a="http://schemas.openxmlformats.org/drawingml/2006/main"/>
          </p:cNvSpPr>
          <p:nvPr/>
        </p:nvSpPr>
        <p:spPr>
          <a:xfrm xmlns:a="http://schemas.openxmlformats.org/drawingml/2006/main">
            <a:off x="5953125" y="2124075"/>
            <a:ext cx="1304925" cy="971550"/>
          </a:xfrm>
          <a:prstGeom xmlns:a="http://schemas.openxmlformats.org/drawingml/2006/main" prst="roundRect">
            <a:avLst>
              <a:gd name="adj" fmla="val 4902"/>
            </a:avLst>
          </a:prstGeom>
          <a:solidFill xmlns:a="http://schemas.openxmlformats.org/drawingml/2006/main">
            <a:srgbClr val="F5F7F8"/>
          </a:solidFill>
          <a:ln xmlns:a="http://schemas.openxmlformats.org/drawingml/2006/main" w="11430">
            <a:solidFill>
              <a:srgbClr val="132D46"/>
            </a:solidFill>
          </a:ln>
        </p:spPr>
      </p:sp>
      <p:sp>
        <p:nvSpPr>
          <p:cNvPr id="22" name="">
            <a:extLst xmlns:a="http://schemas.openxmlformats.org/drawingml/2006/main">
              <a:ext uri="{FF2B5EF4-FFF2-40B4-BE49-F238E27FC236}">
                <a16:creationId xmlns:a16="http://schemas.microsoft.com/office/drawing/2014/main" id="{1CB03F32-DF11-4D3A-B808-56F05BA4E21F}"/>
              </a:ext>
            </a:extLst>
          </p:cNvPr>
          <p:cNvSpPr>
            <a:spLocks xmlns:a="http://schemas.openxmlformats.org/drawingml/2006/main"/>
          </p:cNvSpPr>
          <p:nvPr/>
        </p:nvSpPr>
        <p:spPr>
          <a:xfrm xmlns:a="http://schemas.openxmlformats.org/drawingml/2006/main">
            <a:off x="6067425" y="2286000"/>
            <a:ext cx="1076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350" b="1">
                <a:solidFill>
                  <a:srgbClr val="132D46"/>
                </a:solidFill>
                <a:latin typeface="Noto Sans CJK KR"/>
                <a:ea typeface="Noto Sans CJK KR"/>
                <a:cs typeface="Noto Sans CJK KR"/>
              </a:defRPr>
            </a:defPPr>
            <a:lvl1pPr algn="ctr">
              <a:defRPr sz="1350" b="1">
                <a:solidFill>
                  <a:srgbClr val="132D46"/>
                </a:solidFill>
                <a:latin typeface="Noto Sans CJK KR"/>
                <a:ea typeface="Noto Sans CJK KR"/>
                <a:cs typeface="Noto Sans CJK KR"/>
              </a:defRPr>
            </a:lvl1pPr>
            <a:lvl2pPr algn="ctr">
              <a:defRPr sz="1350" b="1">
                <a:solidFill>
                  <a:srgbClr val="132D46"/>
                </a:solidFill>
                <a:latin typeface="Noto Sans CJK KR"/>
                <a:ea typeface="Noto Sans CJK KR"/>
                <a:cs typeface="Noto Sans CJK KR"/>
              </a:defRPr>
            </a:lvl2pPr>
            <a:lvl3pPr algn="ctr">
              <a:defRPr sz="1350" b="1">
                <a:solidFill>
                  <a:srgbClr val="132D46"/>
                </a:solidFill>
                <a:latin typeface="Noto Sans CJK KR"/>
                <a:ea typeface="Noto Sans CJK KR"/>
                <a:cs typeface="Noto Sans CJK KR"/>
              </a:defRPr>
            </a:lvl3pPr>
            <a:lvl4pPr algn="ctr">
              <a:defRPr sz="1350" b="1">
                <a:solidFill>
                  <a:srgbClr val="132D46"/>
                </a:solidFill>
                <a:latin typeface="Noto Sans CJK KR"/>
                <a:ea typeface="Noto Sans CJK KR"/>
                <a:cs typeface="Noto Sans CJK KR"/>
              </a:defRPr>
            </a:lvl4pPr>
            <a:lvl5pPr algn="ctr">
              <a:defRPr sz="1350" b="1">
                <a:solidFill>
                  <a:srgbClr val="132D46"/>
                </a:solidFill>
                <a:latin typeface="Noto Sans CJK KR"/>
                <a:ea typeface="Noto Sans CJK KR"/>
                <a:cs typeface="Noto Sans CJK KR"/>
              </a:defRPr>
            </a:lvl5pPr>
            <a:lvl6pPr algn="ctr">
              <a:defRPr sz="1350" b="1">
                <a:solidFill>
                  <a:srgbClr val="132D46"/>
                </a:solidFill>
                <a:latin typeface="Noto Sans CJK KR"/>
                <a:ea typeface="Noto Sans CJK KR"/>
                <a:cs typeface="Noto Sans CJK KR"/>
              </a:defRPr>
            </a:lvl6pPr>
            <a:lvl7pPr algn="ctr">
              <a:defRPr sz="1350" b="1">
                <a:solidFill>
                  <a:srgbClr val="132D46"/>
                </a:solidFill>
                <a:latin typeface="Noto Sans CJK KR"/>
                <a:ea typeface="Noto Sans CJK KR"/>
                <a:cs typeface="Noto Sans CJK KR"/>
              </a:defRPr>
            </a:lvl7pPr>
            <a:lvl8pPr algn="ctr">
              <a:defRPr sz="1350" b="1">
                <a:solidFill>
                  <a:srgbClr val="132D46"/>
                </a:solidFill>
                <a:latin typeface="Noto Sans CJK KR"/>
                <a:ea typeface="Noto Sans CJK KR"/>
                <a:cs typeface="Noto Sans CJK KR"/>
              </a:defRPr>
            </a:lvl8pPr>
            <a:lvl9pPr algn="ctr">
              <a:defRPr sz="1350" b="1">
                <a:solidFill>
                  <a:srgbClr val="132D46"/>
                </a:solidFill>
                <a:latin typeface="Noto Sans CJK KR"/>
                <a:ea typeface="Noto Sans CJK KR"/>
                <a:cs typeface="Noto Sans CJK KR"/>
              </a:defRPr>
            </a:lvl9pPr>
          </a:lstStyle>
          <a:p xmlns:a="http://schemas.openxmlformats.org/drawingml/2006/main">
            <a:pPr algn="ctr">
              <a:defRPr sz="1350" b="1">
                <a:solidFill>
                  <a:srgbClr val="132D46"/>
                </a:solidFill>
                <a:latin typeface="Noto Sans CJK KR"/>
                <a:ea typeface="Noto Sans CJK KR"/>
                <a:cs typeface="Noto Sans CJK KR"/>
              </a:defRPr>
            </a:pPr>
            <a:r>
              <a:rPr sz="1350" b="1">
                <a:solidFill>
                  <a:srgbClr val="132D46"/>
                </a:solidFill>
                <a:latin typeface="Noto Sans CJK KR"/>
                <a:ea typeface="Noto Sans CJK KR"/>
                <a:cs typeface="Noto Sans CJK KR"/>
              </a:rPr>
              <a:t>답변 생성</a:t>
            </a:r>
          </a:p>
        </p:txBody>
      </p:sp>
      <p:sp>
        <p:nvSpPr>
          <p:cNvPr id="23" name="">
            <a:extLst xmlns:a="http://schemas.openxmlformats.org/drawingml/2006/main">
              <a:ext uri="{FF2B5EF4-FFF2-40B4-BE49-F238E27FC236}">
                <a16:creationId xmlns:a16="http://schemas.microsoft.com/office/drawing/2014/main" id="{661FF6F2-96DF-497C-9F2B-8803C1B9F81B}"/>
              </a:ext>
            </a:extLst>
          </p:cNvPr>
          <p:cNvSpPr>
            <a:spLocks xmlns:a="http://schemas.openxmlformats.org/drawingml/2006/main"/>
          </p:cNvSpPr>
          <p:nvPr/>
        </p:nvSpPr>
        <p:spPr>
          <a:xfrm xmlns:a="http://schemas.openxmlformats.org/drawingml/2006/main">
            <a:off x="6067425" y="2686050"/>
            <a:ext cx="1076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350" b="0">
                <a:solidFill>
                  <a:srgbClr val="566879"/>
                </a:solidFill>
                <a:latin typeface="Noto Sans CJK KR"/>
                <a:ea typeface="Noto Sans CJK KR"/>
                <a:cs typeface="Noto Sans CJK KR"/>
              </a:defRPr>
            </a:defPPr>
            <a:lvl1pPr algn="ctr">
              <a:defRPr sz="1350" b="0">
                <a:solidFill>
                  <a:srgbClr val="566879"/>
                </a:solidFill>
                <a:latin typeface="Noto Sans CJK KR"/>
                <a:ea typeface="Noto Sans CJK KR"/>
                <a:cs typeface="Noto Sans CJK KR"/>
              </a:defRPr>
            </a:lvl1pPr>
            <a:lvl2pPr algn="ctr">
              <a:defRPr sz="1350" b="0">
                <a:solidFill>
                  <a:srgbClr val="566879"/>
                </a:solidFill>
                <a:latin typeface="Noto Sans CJK KR"/>
                <a:ea typeface="Noto Sans CJK KR"/>
                <a:cs typeface="Noto Sans CJK KR"/>
              </a:defRPr>
            </a:lvl2pPr>
            <a:lvl3pPr algn="ctr">
              <a:defRPr sz="1350" b="0">
                <a:solidFill>
                  <a:srgbClr val="566879"/>
                </a:solidFill>
                <a:latin typeface="Noto Sans CJK KR"/>
                <a:ea typeface="Noto Sans CJK KR"/>
                <a:cs typeface="Noto Sans CJK KR"/>
              </a:defRPr>
            </a:lvl3pPr>
            <a:lvl4pPr algn="ctr">
              <a:defRPr sz="1350" b="0">
                <a:solidFill>
                  <a:srgbClr val="566879"/>
                </a:solidFill>
                <a:latin typeface="Noto Sans CJK KR"/>
                <a:ea typeface="Noto Sans CJK KR"/>
                <a:cs typeface="Noto Sans CJK KR"/>
              </a:defRPr>
            </a:lvl4pPr>
            <a:lvl5pPr algn="ctr">
              <a:defRPr sz="1350" b="0">
                <a:solidFill>
                  <a:srgbClr val="566879"/>
                </a:solidFill>
                <a:latin typeface="Noto Sans CJK KR"/>
                <a:ea typeface="Noto Sans CJK KR"/>
                <a:cs typeface="Noto Sans CJK KR"/>
              </a:defRPr>
            </a:lvl5pPr>
            <a:lvl6pPr algn="ctr">
              <a:defRPr sz="1350" b="0">
                <a:solidFill>
                  <a:srgbClr val="566879"/>
                </a:solidFill>
                <a:latin typeface="Noto Sans CJK KR"/>
                <a:ea typeface="Noto Sans CJK KR"/>
                <a:cs typeface="Noto Sans CJK KR"/>
              </a:defRPr>
            </a:lvl6pPr>
            <a:lvl7pPr algn="ctr">
              <a:defRPr sz="1350" b="0">
                <a:solidFill>
                  <a:srgbClr val="566879"/>
                </a:solidFill>
                <a:latin typeface="Noto Sans CJK KR"/>
                <a:ea typeface="Noto Sans CJK KR"/>
                <a:cs typeface="Noto Sans CJK KR"/>
              </a:defRPr>
            </a:lvl7pPr>
            <a:lvl8pPr algn="ctr">
              <a:defRPr sz="1350" b="0">
                <a:solidFill>
                  <a:srgbClr val="566879"/>
                </a:solidFill>
                <a:latin typeface="Noto Sans CJK KR"/>
                <a:ea typeface="Noto Sans CJK KR"/>
                <a:cs typeface="Noto Sans CJK KR"/>
              </a:defRPr>
            </a:lvl8pPr>
            <a:lvl9pPr algn="ctr">
              <a:defRPr sz="1350" b="0">
                <a:solidFill>
                  <a:srgbClr val="566879"/>
                </a:solidFill>
                <a:latin typeface="Noto Sans CJK KR"/>
                <a:ea typeface="Noto Sans CJK KR"/>
                <a:cs typeface="Noto Sans CJK KR"/>
              </a:defRPr>
            </a:lvl9pPr>
          </a:lstStyle>
          <a:p xmlns:a="http://schemas.openxmlformats.org/drawingml/2006/main">
            <a:pPr algn="ctr">
              <a:defRPr sz="1350" b="0">
                <a:solidFill>
                  <a:srgbClr val="566879"/>
                </a:solidFill>
                <a:latin typeface="Noto Sans CJK KR"/>
                <a:ea typeface="Noto Sans CJK KR"/>
                <a:cs typeface="Noto Sans CJK KR"/>
              </a:defRPr>
            </a:pPr>
            <a:r>
              <a:rPr sz="1350" b="0">
                <a:solidFill>
                  <a:srgbClr val="566879"/>
                </a:solidFill>
                <a:latin typeface="Noto Sans CJK KR"/>
                <a:ea typeface="Noto Sans CJK KR"/>
                <a:cs typeface="Noto Sans CJK KR"/>
              </a:rPr>
              <a:t>검색 자료 활용</a:t>
            </a:r>
          </a:p>
        </p:txBody>
      </p:sp>
      <p:sp>
        <p:nvSpPr>
          <p:cNvPr id="25" name="">
            <a:extLst xmlns:a="http://schemas.openxmlformats.org/drawingml/2006/main">
              <a:ext uri="{FF2B5EF4-FFF2-40B4-BE49-F238E27FC236}">
                <a16:creationId xmlns:a16="http://schemas.microsoft.com/office/drawing/2014/main" id="{498FB6F9-5E26-40C0-8F26-DE12B01E53C7}"/>
              </a:ext>
            </a:extLst>
          </p:cNvPr>
          <p:cNvSpPr>
            <a:spLocks xmlns:a="http://schemas.openxmlformats.org/drawingml/2006/main"/>
          </p:cNvSpPr>
          <p:nvPr/>
        </p:nvSpPr>
        <p:spPr>
          <a:xfrm xmlns:a="http://schemas.openxmlformats.org/drawingml/2006/main">
            <a:off x="7362825" y="2124075"/>
            <a:ext cx="1304925" cy="971550"/>
          </a:xfrm>
          <a:prstGeom xmlns:a="http://schemas.openxmlformats.org/drawingml/2006/main" prst="roundRect">
            <a:avLst>
              <a:gd name="adj" fmla="val 4902"/>
            </a:avLst>
          </a:prstGeom>
          <a:solidFill xmlns:a="http://schemas.openxmlformats.org/drawingml/2006/main">
            <a:srgbClr val="F5F7F8"/>
          </a:solidFill>
          <a:ln xmlns:a="http://schemas.openxmlformats.org/drawingml/2006/main" w="11430">
            <a:solidFill>
              <a:srgbClr val="132D46"/>
            </a:solidFill>
          </a:ln>
        </p:spPr>
      </p:sp>
      <p:sp>
        <p:nvSpPr>
          <p:cNvPr id="26" name="">
            <a:extLst xmlns:a="http://schemas.openxmlformats.org/drawingml/2006/main">
              <a:ext uri="{FF2B5EF4-FFF2-40B4-BE49-F238E27FC236}">
                <a16:creationId xmlns:a16="http://schemas.microsoft.com/office/drawing/2014/main" id="{EA93BBA7-E6AD-4F0F-A6D1-B9011BE547B4}"/>
              </a:ext>
            </a:extLst>
          </p:cNvPr>
          <p:cNvSpPr>
            <a:spLocks xmlns:a="http://schemas.openxmlformats.org/drawingml/2006/main"/>
          </p:cNvSpPr>
          <p:nvPr/>
        </p:nvSpPr>
        <p:spPr>
          <a:xfrm xmlns:a="http://schemas.openxmlformats.org/drawingml/2006/main">
            <a:off x="7477125" y="2286000"/>
            <a:ext cx="1076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350" b="1">
                <a:solidFill>
                  <a:srgbClr val="132D46"/>
                </a:solidFill>
                <a:latin typeface="Noto Sans CJK KR"/>
                <a:ea typeface="Noto Sans CJK KR"/>
                <a:cs typeface="Noto Sans CJK KR"/>
              </a:defRPr>
            </a:defPPr>
            <a:lvl1pPr algn="ctr">
              <a:defRPr sz="1350" b="1">
                <a:solidFill>
                  <a:srgbClr val="132D46"/>
                </a:solidFill>
                <a:latin typeface="Noto Sans CJK KR"/>
                <a:ea typeface="Noto Sans CJK KR"/>
                <a:cs typeface="Noto Sans CJK KR"/>
              </a:defRPr>
            </a:lvl1pPr>
            <a:lvl2pPr algn="ctr">
              <a:defRPr sz="1350" b="1">
                <a:solidFill>
                  <a:srgbClr val="132D46"/>
                </a:solidFill>
                <a:latin typeface="Noto Sans CJK KR"/>
                <a:ea typeface="Noto Sans CJK KR"/>
                <a:cs typeface="Noto Sans CJK KR"/>
              </a:defRPr>
            </a:lvl2pPr>
            <a:lvl3pPr algn="ctr">
              <a:defRPr sz="1350" b="1">
                <a:solidFill>
                  <a:srgbClr val="132D46"/>
                </a:solidFill>
                <a:latin typeface="Noto Sans CJK KR"/>
                <a:ea typeface="Noto Sans CJK KR"/>
                <a:cs typeface="Noto Sans CJK KR"/>
              </a:defRPr>
            </a:lvl3pPr>
            <a:lvl4pPr algn="ctr">
              <a:defRPr sz="1350" b="1">
                <a:solidFill>
                  <a:srgbClr val="132D46"/>
                </a:solidFill>
                <a:latin typeface="Noto Sans CJK KR"/>
                <a:ea typeface="Noto Sans CJK KR"/>
                <a:cs typeface="Noto Sans CJK KR"/>
              </a:defRPr>
            </a:lvl4pPr>
            <a:lvl5pPr algn="ctr">
              <a:defRPr sz="1350" b="1">
                <a:solidFill>
                  <a:srgbClr val="132D46"/>
                </a:solidFill>
                <a:latin typeface="Noto Sans CJK KR"/>
                <a:ea typeface="Noto Sans CJK KR"/>
                <a:cs typeface="Noto Sans CJK KR"/>
              </a:defRPr>
            </a:lvl5pPr>
            <a:lvl6pPr algn="ctr">
              <a:defRPr sz="1350" b="1">
                <a:solidFill>
                  <a:srgbClr val="132D46"/>
                </a:solidFill>
                <a:latin typeface="Noto Sans CJK KR"/>
                <a:ea typeface="Noto Sans CJK KR"/>
                <a:cs typeface="Noto Sans CJK KR"/>
              </a:defRPr>
            </a:lvl6pPr>
            <a:lvl7pPr algn="ctr">
              <a:defRPr sz="1350" b="1">
                <a:solidFill>
                  <a:srgbClr val="132D46"/>
                </a:solidFill>
                <a:latin typeface="Noto Sans CJK KR"/>
                <a:ea typeface="Noto Sans CJK KR"/>
                <a:cs typeface="Noto Sans CJK KR"/>
              </a:defRPr>
            </a:lvl7pPr>
            <a:lvl8pPr algn="ctr">
              <a:defRPr sz="1350" b="1">
                <a:solidFill>
                  <a:srgbClr val="132D46"/>
                </a:solidFill>
                <a:latin typeface="Noto Sans CJK KR"/>
                <a:ea typeface="Noto Sans CJK KR"/>
                <a:cs typeface="Noto Sans CJK KR"/>
              </a:defRPr>
            </a:lvl8pPr>
            <a:lvl9pPr algn="ctr">
              <a:defRPr sz="1350" b="1">
                <a:solidFill>
                  <a:srgbClr val="132D46"/>
                </a:solidFill>
                <a:latin typeface="Noto Sans CJK KR"/>
                <a:ea typeface="Noto Sans CJK KR"/>
                <a:cs typeface="Noto Sans CJK KR"/>
              </a:defRPr>
            </a:lvl9pPr>
          </a:lstStyle>
          <a:p xmlns:a="http://schemas.openxmlformats.org/drawingml/2006/main">
            <a:pPr algn="ctr">
              <a:defRPr sz="1350" b="1">
                <a:solidFill>
                  <a:srgbClr val="132D46"/>
                </a:solidFill>
                <a:latin typeface="Noto Sans CJK KR"/>
                <a:ea typeface="Noto Sans CJK KR"/>
                <a:cs typeface="Noto Sans CJK KR"/>
              </a:defRPr>
            </a:pPr>
            <a:r>
              <a:rPr sz="1350" b="1">
                <a:solidFill>
                  <a:srgbClr val="132D46"/>
                </a:solidFill>
                <a:latin typeface="Noto Sans CJK KR"/>
                <a:ea typeface="Noto Sans CJK KR"/>
                <a:cs typeface="Noto Sans CJK KR"/>
              </a:rPr>
              <a:t>인용 검증</a:t>
            </a:r>
          </a:p>
        </p:txBody>
      </p:sp>
      <p:sp>
        <p:nvSpPr>
          <p:cNvPr id="27" name="">
            <a:extLst xmlns:a="http://schemas.openxmlformats.org/drawingml/2006/main">
              <a:ext uri="{FF2B5EF4-FFF2-40B4-BE49-F238E27FC236}">
                <a16:creationId xmlns:a16="http://schemas.microsoft.com/office/drawing/2014/main" id="{9B61207C-5097-41FF-9DC3-D40FC6635B18}"/>
              </a:ext>
            </a:extLst>
          </p:cNvPr>
          <p:cNvSpPr>
            <a:spLocks xmlns:a="http://schemas.openxmlformats.org/drawingml/2006/main"/>
          </p:cNvSpPr>
          <p:nvPr/>
        </p:nvSpPr>
        <p:spPr>
          <a:xfrm xmlns:a="http://schemas.openxmlformats.org/drawingml/2006/main">
            <a:off x="7477125" y="2686050"/>
            <a:ext cx="1076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350" b="0">
                <a:solidFill>
                  <a:srgbClr val="566879"/>
                </a:solidFill>
                <a:latin typeface="Noto Sans CJK KR"/>
                <a:ea typeface="Noto Sans CJK KR"/>
                <a:cs typeface="Noto Sans CJK KR"/>
              </a:defRPr>
            </a:defPPr>
            <a:lvl1pPr algn="ctr">
              <a:defRPr sz="1350" b="0">
                <a:solidFill>
                  <a:srgbClr val="566879"/>
                </a:solidFill>
                <a:latin typeface="Noto Sans CJK KR"/>
                <a:ea typeface="Noto Sans CJK KR"/>
                <a:cs typeface="Noto Sans CJK KR"/>
              </a:defRPr>
            </a:lvl1pPr>
            <a:lvl2pPr algn="ctr">
              <a:defRPr sz="1350" b="0">
                <a:solidFill>
                  <a:srgbClr val="566879"/>
                </a:solidFill>
                <a:latin typeface="Noto Sans CJK KR"/>
                <a:ea typeface="Noto Sans CJK KR"/>
                <a:cs typeface="Noto Sans CJK KR"/>
              </a:defRPr>
            </a:lvl2pPr>
            <a:lvl3pPr algn="ctr">
              <a:defRPr sz="1350" b="0">
                <a:solidFill>
                  <a:srgbClr val="566879"/>
                </a:solidFill>
                <a:latin typeface="Noto Sans CJK KR"/>
                <a:ea typeface="Noto Sans CJK KR"/>
                <a:cs typeface="Noto Sans CJK KR"/>
              </a:defRPr>
            </a:lvl3pPr>
            <a:lvl4pPr algn="ctr">
              <a:defRPr sz="1350" b="0">
                <a:solidFill>
                  <a:srgbClr val="566879"/>
                </a:solidFill>
                <a:latin typeface="Noto Sans CJK KR"/>
                <a:ea typeface="Noto Sans CJK KR"/>
                <a:cs typeface="Noto Sans CJK KR"/>
              </a:defRPr>
            </a:lvl4pPr>
            <a:lvl5pPr algn="ctr">
              <a:defRPr sz="1350" b="0">
                <a:solidFill>
                  <a:srgbClr val="566879"/>
                </a:solidFill>
                <a:latin typeface="Noto Sans CJK KR"/>
                <a:ea typeface="Noto Sans CJK KR"/>
                <a:cs typeface="Noto Sans CJK KR"/>
              </a:defRPr>
            </a:lvl5pPr>
            <a:lvl6pPr algn="ctr">
              <a:defRPr sz="1350" b="0">
                <a:solidFill>
                  <a:srgbClr val="566879"/>
                </a:solidFill>
                <a:latin typeface="Noto Sans CJK KR"/>
                <a:ea typeface="Noto Sans CJK KR"/>
                <a:cs typeface="Noto Sans CJK KR"/>
              </a:defRPr>
            </a:lvl6pPr>
            <a:lvl7pPr algn="ctr">
              <a:defRPr sz="1350" b="0">
                <a:solidFill>
                  <a:srgbClr val="566879"/>
                </a:solidFill>
                <a:latin typeface="Noto Sans CJK KR"/>
                <a:ea typeface="Noto Sans CJK KR"/>
                <a:cs typeface="Noto Sans CJK KR"/>
              </a:defRPr>
            </a:lvl7pPr>
            <a:lvl8pPr algn="ctr">
              <a:defRPr sz="1350" b="0">
                <a:solidFill>
                  <a:srgbClr val="566879"/>
                </a:solidFill>
                <a:latin typeface="Noto Sans CJK KR"/>
                <a:ea typeface="Noto Sans CJK KR"/>
                <a:cs typeface="Noto Sans CJK KR"/>
              </a:defRPr>
            </a:lvl8pPr>
            <a:lvl9pPr algn="ctr">
              <a:defRPr sz="1350" b="0">
                <a:solidFill>
                  <a:srgbClr val="566879"/>
                </a:solidFill>
                <a:latin typeface="Noto Sans CJK KR"/>
                <a:ea typeface="Noto Sans CJK KR"/>
                <a:cs typeface="Noto Sans CJK KR"/>
              </a:defRPr>
            </a:lvl9pPr>
          </a:lstStyle>
          <a:p xmlns:a="http://schemas.openxmlformats.org/drawingml/2006/main">
            <a:pPr algn="ctr">
              <a:defRPr sz="1350" b="0">
                <a:solidFill>
                  <a:srgbClr val="566879"/>
                </a:solidFill>
                <a:latin typeface="Noto Sans CJK KR"/>
                <a:ea typeface="Noto Sans CJK KR"/>
                <a:cs typeface="Noto Sans CJK KR"/>
              </a:defRPr>
            </a:pPr>
            <a:r>
              <a:rPr sz="1350" b="0">
                <a:solidFill>
                  <a:srgbClr val="566879"/>
                </a:solidFill>
                <a:latin typeface="Noto Sans CJK KR"/>
                <a:ea typeface="Noto Sans CJK KR"/>
                <a:cs typeface="Noto Sans CJK KR"/>
              </a:rPr>
              <a:t>근거 ID 대조</a:t>
            </a:r>
          </a:p>
        </p:txBody>
      </p:sp>
      <p:sp>
        <p:nvSpPr>
          <p:cNvPr id="29" name="">
            <a:extLst xmlns:a="http://schemas.openxmlformats.org/drawingml/2006/main">
              <a:ext uri="{FF2B5EF4-FFF2-40B4-BE49-F238E27FC236}">
                <a16:creationId xmlns:a16="http://schemas.microsoft.com/office/drawing/2014/main" id="{9177D41D-9289-4835-B016-7D84E5A786D4}"/>
              </a:ext>
            </a:extLst>
          </p:cNvPr>
          <p:cNvSpPr>
            <a:spLocks xmlns:a="http://schemas.openxmlformats.org/drawingml/2006/main"/>
          </p:cNvSpPr>
          <p:nvPr/>
        </p:nvSpPr>
        <p:spPr>
          <a:xfrm xmlns:a="http://schemas.openxmlformats.org/drawingml/2006/main">
            <a:off x="4448175" y="2533650"/>
            <a:ext cx="85725" cy="114300"/>
          </a:xfrm>
          <a:prstGeom xmlns:a="http://schemas.openxmlformats.org/drawingml/2006/main" prst="rightArrow">
            <a:avLst/>
          </a:prstGeom>
          <a:solidFill xmlns:a="http://schemas.openxmlformats.org/drawingml/2006/main">
            <a:srgbClr val="1C7B79"/>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C6A45992-6E03-4EE2-973A-9172F3D9B437}"/>
              </a:ext>
            </a:extLst>
          </p:cNvPr>
          <p:cNvSpPr>
            <a:spLocks xmlns:a="http://schemas.openxmlformats.org/drawingml/2006/main"/>
          </p:cNvSpPr>
          <p:nvPr/>
        </p:nvSpPr>
        <p:spPr>
          <a:xfrm xmlns:a="http://schemas.openxmlformats.org/drawingml/2006/main">
            <a:off x="5857875" y="2533650"/>
            <a:ext cx="85725" cy="114300"/>
          </a:xfrm>
          <a:prstGeom xmlns:a="http://schemas.openxmlformats.org/drawingml/2006/main" prst="rightArrow">
            <a:avLst/>
          </a:prstGeom>
          <a:solidFill xmlns:a="http://schemas.openxmlformats.org/drawingml/2006/main">
            <a:srgbClr val="1C7B79"/>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2A82A667-19C2-4107-A5BB-A359CC4909C2}"/>
              </a:ext>
            </a:extLst>
          </p:cNvPr>
          <p:cNvSpPr>
            <a:spLocks xmlns:a="http://schemas.openxmlformats.org/drawingml/2006/main"/>
          </p:cNvSpPr>
          <p:nvPr/>
        </p:nvSpPr>
        <p:spPr>
          <a:xfrm xmlns:a="http://schemas.openxmlformats.org/drawingml/2006/main">
            <a:off x="7267575" y="2533650"/>
            <a:ext cx="85725" cy="114300"/>
          </a:xfrm>
          <a:prstGeom xmlns:a="http://schemas.openxmlformats.org/drawingml/2006/main" prst="rightArrow">
            <a:avLst/>
          </a:prstGeom>
          <a:solidFill xmlns:a="http://schemas.openxmlformats.org/drawingml/2006/main">
            <a:srgbClr val="1C7B79"/>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623825A-A755-480B-96B8-AFE52B3B905A}"/>
              </a:ext>
            </a:extLst>
          </p:cNvPr>
          <p:cNvSpPr>
            <a:spLocks xmlns:a="http://schemas.openxmlformats.org/drawingml/2006/main"/>
          </p:cNvSpPr>
          <p:nvPr/>
        </p:nvSpPr>
        <p:spPr>
          <a:xfrm xmlns:a="http://schemas.openxmlformats.org/drawingml/2006/main">
            <a:off x="3133725" y="3352800"/>
            <a:ext cx="5524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1">
                <a:solidFill>
                  <a:srgbClr val="1C7B79"/>
                </a:solidFill>
                <a:latin typeface="Noto Sans CJK KR"/>
                <a:ea typeface="Noto Sans CJK KR"/>
                <a:cs typeface="Noto Sans CJK KR"/>
              </a:defRPr>
            </a:defPPr>
            <a:lvl1pPr algn="l">
              <a:defRPr sz="1275" b="1">
                <a:solidFill>
                  <a:srgbClr val="1C7B79"/>
                </a:solidFill>
                <a:latin typeface="Noto Sans CJK KR"/>
                <a:ea typeface="Noto Sans CJK KR"/>
                <a:cs typeface="Noto Sans CJK KR"/>
              </a:defRPr>
            </a:lvl1pPr>
            <a:lvl2pPr algn="l">
              <a:defRPr sz="1275" b="1">
                <a:solidFill>
                  <a:srgbClr val="1C7B79"/>
                </a:solidFill>
                <a:latin typeface="Noto Sans CJK KR"/>
                <a:ea typeface="Noto Sans CJK KR"/>
                <a:cs typeface="Noto Sans CJK KR"/>
              </a:defRPr>
            </a:lvl2pPr>
            <a:lvl3pPr algn="l">
              <a:defRPr sz="1275" b="1">
                <a:solidFill>
                  <a:srgbClr val="1C7B79"/>
                </a:solidFill>
                <a:latin typeface="Noto Sans CJK KR"/>
                <a:ea typeface="Noto Sans CJK KR"/>
                <a:cs typeface="Noto Sans CJK KR"/>
              </a:defRPr>
            </a:lvl3pPr>
            <a:lvl4pPr algn="l">
              <a:defRPr sz="1275" b="1">
                <a:solidFill>
                  <a:srgbClr val="1C7B79"/>
                </a:solidFill>
                <a:latin typeface="Noto Sans CJK KR"/>
                <a:ea typeface="Noto Sans CJK KR"/>
                <a:cs typeface="Noto Sans CJK KR"/>
              </a:defRPr>
            </a:lvl4pPr>
            <a:lvl5pPr algn="l">
              <a:defRPr sz="1275" b="1">
                <a:solidFill>
                  <a:srgbClr val="1C7B79"/>
                </a:solidFill>
                <a:latin typeface="Noto Sans CJK KR"/>
                <a:ea typeface="Noto Sans CJK KR"/>
                <a:cs typeface="Noto Sans CJK KR"/>
              </a:defRPr>
            </a:lvl5pPr>
            <a:lvl6pPr algn="l">
              <a:defRPr sz="1275" b="1">
                <a:solidFill>
                  <a:srgbClr val="1C7B79"/>
                </a:solidFill>
                <a:latin typeface="Noto Sans CJK KR"/>
                <a:ea typeface="Noto Sans CJK KR"/>
                <a:cs typeface="Noto Sans CJK KR"/>
              </a:defRPr>
            </a:lvl6pPr>
            <a:lvl7pPr algn="l">
              <a:defRPr sz="1275" b="1">
                <a:solidFill>
                  <a:srgbClr val="1C7B79"/>
                </a:solidFill>
                <a:latin typeface="Noto Sans CJK KR"/>
                <a:ea typeface="Noto Sans CJK KR"/>
                <a:cs typeface="Noto Sans CJK KR"/>
              </a:defRPr>
            </a:lvl7pPr>
            <a:lvl8pPr algn="l">
              <a:defRPr sz="1275" b="1">
                <a:solidFill>
                  <a:srgbClr val="1C7B79"/>
                </a:solidFill>
                <a:latin typeface="Noto Sans CJK KR"/>
                <a:ea typeface="Noto Sans CJK KR"/>
                <a:cs typeface="Noto Sans CJK KR"/>
              </a:defRPr>
            </a:lvl8pPr>
            <a:lvl9pPr algn="l">
              <a:defRPr sz="1275" b="1">
                <a:solidFill>
                  <a:srgbClr val="1C7B79"/>
                </a:solidFill>
                <a:latin typeface="Noto Sans CJK KR"/>
                <a:ea typeface="Noto Sans CJK KR"/>
                <a:cs typeface="Noto Sans CJK KR"/>
              </a:defRPr>
            </a:lvl9pPr>
          </a:lstStyle>
          <a:p xmlns:a="http://schemas.openxmlformats.org/drawingml/2006/main">
            <a:pPr algn="l">
              <a:defRPr sz="1275" b="1">
                <a:solidFill>
                  <a:srgbClr val="1C7B79"/>
                </a:solidFill>
                <a:latin typeface="Noto Sans CJK KR"/>
                <a:ea typeface="Noto Sans CJK KR"/>
                <a:cs typeface="Noto Sans CJK KR"/>
              </a:defRPr>
            </a:pPr>
            <a:r>
              <a:rPr sz="1275" b="1">
                <a:solidFill>
                  <a:srgbClr val="1C7B79"/>
                </a:solidFill>
                <a:latin typeface="Noto Sans CJK KR"/>
                <a:ea typeface="Noto Sans CJK KR"/>
                <a:cs typeface="Noto Sans CJK KR"/>
              </a:rPr>
              <a:t>빠른 모드: 필요 시 LangGraph Agent로 추가 검색</a:t>
            </a:r>
          </a:p>
        </p:txBody>
      </p:sp>
      <p:sp>
        <p:nvSpPr>
          <p:cNvPr id="34" name="">
            <a:extLst xmlns:a="http://schemas.openxmlformats.org/drawingml/2006/main">
              <a:ext uri="{FF2B5EF4-FFF2-40B4-BE49-F238E27FC236}">
                <a16:creationId xmlns:a16="http://schemas.microsoft.com/office/drawing/2014/main" id="{97879A32-8188-433C-A9C7-FC2425F27551}"/>
              </a:ext>
            </a:extLst>
          </p:cNvPr>
          <p:cNvSpPr>
            <a:spLocks xmlns:a="http://schemas.openxmlformats.org/drawingml/2006/main"/>
          </p:cNvSpPr>
          <p:nvPr/>
        </p:nvSpPr>
        <p:spPr>
          <a:xfrm xmlns:a="http://schemas.openxmlformats.org/drawingml/2006/main">
            <a:off x="9296400" y="1466850"/>
            <a:ext cx="2381250" cy="1209675"/>
          </a:xfrm>
          <a:prstGeom xmlns:a="http://schemas.openxmlformats.org/drawingml/2006/main" prst="roundRect">
            <a:avLst>
              <a:gd name="adj" fmla="val 3937"/>
            </a:avLst>
          </a:prstGeom>
          <a:solidFill xmlns:a="http://schemas.openxmlformats.org/drawingml/2006/main">
            <a:srgbClr val="FFFFFF"/>
          </a:solidFill>
          <a:ln xmlns:a="http://schemas.openxmlformats.org/drawingml/2006/main" w="11430">
            <a:solidFill>
              <a:srgbClr val="D6E1E7"/>
            </a:solidFill>
          </a:ln>
        </p:spPr>
      </p:sp>
      <p:pic>
        <p:nvPicPr>
          <p:cNvPr id="35" name="">
            <a:extLst xmlns:a="http://schemas.openxmlformats.org/drawingml/2006/main">
              <a:ext uri="{FF2B5EF4-FFF2-40B4-BE49-F238E27FC236}">
                <a16:creationId xmlns:a16="http://schemas.microsoft.com/office/drawing/2014/main" id="{7A854A0F-A8EC-4AA0-B8E1-8FD020C6BD71}"/>
              </a:ext>
            </a:extLst>
          </p:cNvPr>
          <p:cNvPicPr>
            <a:picLocks xmlns:a="http://schemas.openxmlformats.org/drawingml/2006/main" noChangeAspect="1"/>
          </p:cNvPicPr>
          <p:nvPr/>
        </p:nvPicPr>
        <p:blipFill>
          <a:blip xmlns:r="http://schemas.openxmlformats.org/officeDocument/2006/relationships" xmlns:a="http://schemas.openxmlformats.org/drawingml/2006/main" r:embed="R84d0d67d72104432"/>
          <a:srcRect xmlns:a="http://schemas.openxmlformats.org/drawingml/2006/main" l="10167" t="54835" r="84749" b="36451"/>
          <a:stretch xmlns:a="http://schemas.openxmlformats.org/drawingml/2006/main"/>
        </p:blipFill>
        <p:spPr>
          <a:xfrm xmlns:a="http://schemas.openxmlformats.org/drawingml/2006/main">
            <a:off x="9429750" y="1619250"/>
            <a:ext cx="447675" cy="466725"/>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C5C45F32-5692-409D-B2EE-D48F36E8F026}"/>
              </a:ext>
            </a:extLst>
          </p:cNvPr>
          <p:cNvSpPr>
            <a:spLocks xmlns:a="http://schemas.openxmlformats.org/drawingml/2006/main"/>
          </p:cNvSpPr>
          <p:nvPr/>
        </p:nvSpPr>
        <p:spPr>
          <a:xfrm xmlns:a="http://schemas.openxmlformats.org/drawingml/2006/main">
            <a:off x="9972675" y="16573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1">
                <a:solidFill>
                  <a:srgbClr val="132D46"/>
                </a:solidFill>
                <a:latin typeface="Noto Sans CJK KR"/>
                <a:ea typeface="Noto Sans CJK KR"/>
                <a:cs typeface="Noto Sans CJK KR"/>
              </a:defRPr>
            </a:defPPr>
            <a:lvl1pPr algn="l">
              <a:defRPr sz="1500" b="1">
                <a:solidFill>
                  <a:srgbClr val="132D46"/>
                </a:solidFill>
                <a:latin typeface="Noto Sans CJK KR"/>
                <a:ea typeface="Noto Sans CJK KR"/>
                <a:cs typeface="Noto Sans CJK KR"/>
              </a:defRPr>
            </a:lvl1pPr>
            <a:lvl2pPr algn="l">
              <a:defRPr sz="1500" b="1">
                <a:solidFill>
                  <a:srgbClr val="132D46"/>
                </a:solidFill>
                <a:latin typeface="Noto Sans CJK KR"/>
                <a:ea typeface="Noto Sans CJK KR"/>
                <a:cs typeface="Noto Sans CJK KR"/>
              </a:defRPr>
            </a:lvl2pPr>
            <a:lvl3pPr algn="l">
              <a:defRPr sz="1500" b="1">
                <a:solidFill>
                  <a:srgbClr val="132D46"/>
                </a:solidFill>
                <a:latin typeface="Noto Sans CJK KR"/>
                <a:ea typeface="Noto Sans CJK KR"/>
                <a:cs typeface="Noto Sans CJK KR"/>
              </a:defRPr>
            </a:lvl3pPr>
            <a:lvl4pPr algn="l">
              <a:defRPr sz="1500" b="1">
                <a:solidFill>
                  <a:srgbClr val="132D46"/>
                </a:solidFill>
                <a:latin typeface="Noto Sans CJK KR"/>
                <a:ea typeface="Noto Sans CJK KR"/>
                <a:cs typeface="Noto Sans CJK KR"/>
              </a:defRPr>
            </a:lvl4pPr>
            <a:lvl5pPr algn="l">
              <a:defRPr sz="1500" b="1">
                <a:solidFill>
                  <a:srgbClr val="132D46"/>
                </a:solidFill>
                <a:latin typeface="Noto Sans CJK KR"/>
                <a:ea typeface="Noto Sans CJK KR"/>
                <a:cs typeface="Noto Sans CJK KR"/>
              </a:defRPr>
            </a:lvl5pPr>
            <a:lvl6pPr algn="l">
              <a:defRPr sz="1500" b="1">
                <a:solidFill>
                  <a:srgbClr val="132D46"/>
                </a:solidFill>
                <a:latin typeface="Noto Sans CJK KR"/>
                <a:ea typeface="Noto Sans CJK KR"/>
                <a:cs typeface="Noto Sans CJK KR"/>
              </a:defRPr>
            </a:lvl6pPr>
            <a:lvl7pPr algn="l">
              <a:defRPr sz="1500" b="1">
                <a:solidFill>
                  <a:srgbClr val="132D46"/>
                </a:solidFill>
                <a:latin typeface="Noto Sans CJK KR"/>
                <a:ea typeface="Noto Sans CJK KR"/>
                <a:cs typeface="Noto Sans CJK KR"/>
              </a:defRPr>
            </a:lvl7pPr>
            <a:lvl8pPr algn="l">
              <a:defRPr sz="1500" b="1">
                <a:solidFill>
                  <a:srgbClr val="132D46"/>
                </a:solidFill>
                <a:latin typeface="Noto Sans CJK KR"/>
                <a:ea typeface="Noto Sans CJK KR"/>
                <a:cs typeface="Noto Sans CJK KR"/>
              </a:defRPr>
            </a:lvl8pPr>
            <a:lvl9pPr algn="l">
              <a:defRPr sz="1500" b="1">
                <a:solidFill>
                  <a:srgbClr val="132D46"/>
                </a:solidFill>
                <a:latin typeface="Noto Sans CJK KR"/>
                <a:ea typeface="Noto Sans CJK KR"/>
                <a:cs typeface="Noto Sans CJK KR"/>
              </a:defRPr>
            </a:lvl9pPr>
          </a:lstStyle>
          <a:p xmlns:a="http://schemas.openxmlformats.org/drawingml/2006/main">
            <a:pPr algn="l">
              <a:defRPr sz="1500" b="1">
                <a:solidFill>
                  <a:srgbClr val="132D46"/>
                </a:solidFill>
                <a:latin typeface="Noto Sans CJK KR"/>
                <a:ea typeface="Noto Sans CJK KR"/>
                <a:cs typeface="Noto Sans CJK KR"/>
              </a:defRPr>
            </a:pPr>
            <a:r>
              <a:rPr sz="1500" b="1">
                <a:solidFill>
                  <a:srgbClr val="132D46"/>
                </a:solidFill>
                <a:latin typeface="Noto Sans CJK KR"/>
                <a:ea typeface="Noto Sans CJK KR"/>
                <a:cs typeface="Noto Sans CJK KR"/>
              </a:rPr>
              <a:t>LLM Gateway</a:t>
            </a:r>
          </a:p>
        </p:txBody>
      </p:sp>
      <p:sp>
        <p:nvSpPr>
          <p:cNvPr id="37" name="">
            <a:extLst xmlns:a="http://schemas.openxmlformats.org/drawingml/2006/main">
              <a:ext uri="{FF2B5EF4-FFF2-40B4-BE49-F238E27FC236}">
                <a16:creationId xmlns:a16="http://schemas.microsoft.com/office/drawing/2014/main" id="{C972672E-66ED-49A0-ABA5-992E29CA32AF}"/>
              </a:ext>
            </a:extLst>
          </p:cNvPr>
          <p:cNvSpPr>
            <a:spLocks xmlns:a="http://schemas.openxmlformats.org/drawingml/2006/main"/>
          </p:cNvSpPr>
          <p:nvPr/>
        </p:nvSpPr>
        <p:spPr>
          <a:xfrm xmlns:a="http://schemas.openxmlformats.org/drawingml/2006/main">
            <a:off x="9439275" y="2181225"/>
            <a:ext cx="20859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566879"/>
                </a:solidFill>
                <a:latin typeface="Noto Sans CJK KR"/>
                <a:ea typeface="Noto Sans CJK KR"/>
                <a:cs typeface="Noto Sans CJK KR"/>
              </a:defRPr>
            </a:defPPr>
            <a:lvl1pPr algn="ctr">
              <a:defRPr sz="1275" b="0">
                <a:solidFill>
                  <a:srgbClr val="566879"/>
                </a:solidFill>
                <a:latin typeface="Noto Sans CJK KR"/>
                <a:ea typeface="Noto Sans CJK KR"/>
                <a:cs typeface="Noto Sans CJK KR"/>
              </a:defRPr>
            </a:lvl1pPr>
            <a:lvl2pPr algn="ctr">
              <a:defRPr sz="1275" b="0">
                <a:solidFill>
                  <a:srgbClr val="566879"/>
                </a:solidFill>
                <a:latin typeface="Noto Sans CJK KR"/>
                <a:ea typeface="Noto Sans CJK KR"/>
                <a:cs typeface="Noto Sans CJK KR"/>
              </a:defRPr>
            </a:lvl2pPr>
            <a:lvl3pPr algn="ctr">
              <a:defRPr sz="1275" b="0">
                <a:solidFill>
                  <a:srgbClr val="566879"/>
                </a:solidFill>
                <a:latin typeface="Noto Sans CJK KR"/>
                <a:ea typeface="Noto Sans CJK KR"/>
                <a:cs typeface="Noto Sans CJK KR"/>
              </a:defRPr>
            </a:lvl3pPr>
            <a:lvl4pPr algn="ctr">
              <a:defRPr sz="1275" b="0">
                <a:solidFill>
                  <a:srgbClr val="566879"/>
                </a:solidFill>
                <a:latin typeface="Noto Sans CJK KR"/>
                <a:ea typeface="Noto Sans CJK KR"/>
                <a:cs typeface="Noto Sans CJK KR"/>
              </a:defRPr>
            </a:lvl4pPr>
            <a:lvl5pPr algn="ctr">
              <a:defRPr sz="1275" b="0">
                <a:solidFill>
                  <a:srgbClr val="566879"/>
                </a:solidFill>
                <a:latin typeface="Noto Sans CJK KR"/>
                <a:ea typeface="Noto Sans CJK KR"/>
                <a:cs typeface="Noto Sans CJK KR"/>
              </a:defRPr>
            </a:lvl5pPr>
            <a:lvl6pPr algn="ctr">
              <a:defRPr sz="1275" b="0">
                <a:solidFill>
                  <a:srgbClr val="566879"/>
                </a:solidFill>
                <a:latin typeface="Noto Sans CJK KR"/>
                <a:ea typeface="Noto Sans CJK KR"/>
                <a:cs typeface="Noto Sans CJK KR"/>
              </a:defRPr>
            </a:lvl6pPr>
            <a:lvl7pPr algn="ctr">
              <a:defRPr sz="1275" b="0">
                <a:solidFill>
                  <a:srgbClr val="566879"/>
                </a:solidFill>
                <a:latin typeface="Noto Sans CJK KR"/>
                <a:ea typeface="Noto Sans CJK KR"/>
                <a:cs typeface="Noto Sans CJK KR"/>
              </a:defRPr>
            </a:lvl7pPr>
            <a:lvl8pPr algn="ctr">
              <a:defRPr sz="1275" b="0">
                <a:solidFill>
                  <a:srgbClr val="566879"/>
                </a:solidFill>
                <a:latin typeface="Noto Sans CJK KR"/>
                <a:ea typeface="Noto Sans CJK KR"/>
                <a:cs typeface="Noto Sans CJK KR"/>
              </a:defRPr>
            </a:lvl8pPr>
            <a:lvl9pPr algn="ctr">
              <a:defRPr sz="1275" b="0">
                <a:solidFill>
                  <a:srgbClr val="566879"/>
                </a:solidFill>
                <a:latin typeface="Noto Sans CJK KR"/>
                <a:ea typeface="Noto Sans CJK KR"/>
                <a:cs typeface="Noto Sans CJK KR"/>
              </a:defRPr>
            </a:lvl9pPr>
          </a:lstStyle>
          <a:p xmlns:a="http://schemas.openxmlformats.org/drawingml/2006/main">
            <a:pPr algn="ctr">
              <a:defRPr sz="1275" b="0">
                <a:solidFill>
                  <a:srgbClr val="566879"/>
                </a:solidFill>
                <a:latin typeface="Noto Sans CJK KR"/>
                <a:ea typeface="Noto Sans CJK KR"/>
                <a:cs typeface="Noto Sans CJK KR"/>
              </a:defRPr>
            </a:pPr>
            <a:r>
              <a:rPr sz="1275" b="0">
                <a:solidFill>
                  <a:srgbClr val="566879"/>
                </a:solidFill>
                <a:latin typeface="Noto Sans CJK KR"/>
                <a:ea typeface="Noto Sans CJK KR"/>
                <a:cs typeface="Noto Sans CJK KR"/>
              </a:rPr>
              <a:t>질문 해석·답변 생성</a:t>
            </a:r>
          </a:p>
        </p:txBody>
      </p:sp>
      <p:sp>
        <p:nvSpPr>
          <p:cNvPr id="39" name="">
            <a:extLst xmlns:a="http://schemas.openxmlformats.org/drawingml/2006/main">
              <a:ext uri="{FF2B5EF4-FFF2-40B4-BE49-F238E27FC236}">
                <a16:creationId xmlns:a16="http://schemas.microsoft.com/office/drawing/2014/main" id="{FE6B6F89-D127-44D8-AFDB-5F12BC9701F4}"/>
              </a:ext>
            </a:extLst>
          </p:cNvPr>
          <p:cNvSpPr>
            <a:spLocks xmlns:a="http://schemas.openxmlformats.org/drawingml/2006/main"/>
          </p:cNvSpPr>
          <p:nvPr/>
        </p:nvSpPr>
        <p:spPr>
          <a:xfrm xmlns:a="http://schemas.openxmlformats.org/drawingml/2006/main">
            <a:off x="9296400" y="4314825"/>
            <a:ext cx="2381250" cy="1247775"/>
          </a:xfrm>
          <a:prstGeom xmlns:a="http://schemas.openxmlformats.org/drawingml/2006/main" prst="roundRect">
            <a:avLst>
              <a:gd name="adj" fmla="val 3817"/>
            </a:avLst>
          </a:prstGeom>
          <a:solidFill xmlns:a="http://schemas.openxmlformats.org/drawingml/2006/main">
            <a:srgbClr val="FFFFFF"/>
          </a:solidFill>
          <a:ln xmlns:a="http://schemas.openxmlformats.org/drawingml/2006/main" w="11430">
            <a:solidFill>
              <a:srgbClr val="1C7B79"/>
            </a:solidFill>
          </a:ln>
        </p:spPr>
      </p:sp>
      <p:pic>
        <p:nvPicPr>
          <p:cNvPr id="40" name="">
            <a:extLst xmlns:a="http://schemas.openxmlformats.org/drawingml/2006/main">
              <a:ext uri="{FF2B5EF4-FFF2-40B4-BE49-F238E27FC236}">
                <a16:creationId xmlns:a16="http://schemas.microsoft.com/office/drawing/2014/main" id="{BEE6236E-33F5-4F01-9310-494E13305165}"/>
              </a:ext>
            </a:extLst>
          </p:cNvPr>
          <p:cNvPicPr>
            <a:picLocks xmlns:a="http://schemas.openxmlformats.org/drawingml/2006/main" noChangeAspect="1"/>
          </p:cNvPicPr>
          <p:nvPr/>
        </p:nvPicPr>
        <p:blipFill>
          <a:blip xmlns:r="http://schemas.openxmlformats.org/officeDocument/2006/relationships" xmlns:a="http://schemas.openxmlformats.org/drawingml/2006/main" r:embed="Rfcf768133220441c"/>
          <a:srcRect xmlns:a="http://schemas.openxmlformats.org/drawingml/2006/main" l="88218" t="58448" r="5084" b="32837"/>
          <a:stretch xmlns:a="http://schemas.openxmlformats.org/drawingml/2006/main"/>
        </p:blipFill>
        <p:spPr>
          <a:xfrm xmlns:a="http://schemas.openxmlformats.org/drawingml/2006/main">
            <a:off x="9410700" y="4419600"/>
            <a:ext cx="590550" cy="428625"/>
          </a:xfrm>
          <a:prstGeom xmlns:a="http://schemas.openxmlformats.org/drawingml/2006/main" prst="rect">
            <a:avLst/>
          </a:prstGeom>
        </p:spPr>
      </p:pic>
      <p:sp>
        <p:nvSpPr>
          <p:cNvPr id="41" name="">
            <a:extLst xmlns:a="http://schemas.openxmlformats.org/drawingml/2006/main">
              <a:ext uri="{FF2B5EF4-FFF2-40B4-BE49-F238E27FC236}">
                <a16:creationId xmlns:a16="http://schemas.microsoft.com/office/drawing/2014/main" id="{F3A51CB2-F57D-4229-A72E-7BB2B1A80A22}"/>
              </a:ext>
            </a:extLst>
          </p:cNvPr>
          <p:cNvSpPr>
            <a:spLocks xmlns:a="http://schemas.openxmlformats.org/drawingml/2006/main"/>
          </p:cNvSpPr>
          <p:nvPr/>
        </p:nvSpPr>
        <p:spPr>
          <a:xfrm xmlns:a="http://schemas.openxmlformats.org/drawingml/2006/main">
            <a:off x="10134600" y="4476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650" b="1">
                <a:solidFill>
                  <a:srgbClr val="1C7B79"/>
                </a:solidFill>
                <a:latin typeface="Noto Sans CJK KR"/>
                <a:ea typeface="Noto Sans CJK KR"/>
                <a:cs typeface="Noto Sans CJK KR"/>
              </a:defRPr>
            </a:defPPr>
            <a:lvl1pPr algn="l">
              <a:defRPr sz="1650" b="1">
                <a:solidFill>
                  <a:srgbClr val="1C7B79"/>
                </a:solidFill>
                <a:latin typeface="Noto Sans CJK KR"/>
                <a:ea typeface="Noto Sans CJK KR"/>
                <a:cs typeface="Noto Sans CJK KR"/>
              </a:defRPr>
            </a:lvl1pPr>
            <a:lvl2pPr algn="l">
              <a:defRPr sz="1650" b="1">
                <a:solidFill>
                  <a:srgbClr val="1C7B79"/>
                </a:solidFill>
                <a:latin typeface="Noto Sans CJK KR"/>
                <a:ea typeface="Noto Sans CJK KR"/>
                <a:cs typeface="Noto Sans CJK KR"/>
              </a:defRPr>
            </a:lvl2pPr>
            <a:lvl3pPr algn="l">
              <a:defRPr sz="1650" b="1">
                <a:solidFill>
                  <a:srgbClr val="1C7B79"/>
                </a:solidFill>
                <a:latin typeface="Noto Sans CJK KR"/>
                <a:ea typeface="Noto Sans CJK KR"/>
                <a:cs typeface="Noto Sans CJK KR"/>
              </a:defRPr>
            </a:lvl3pPr>
            <a:lvl4pPr algn="l">
              <a:defRPr sz="1650" b="1">
                <a:solidFill>
                  <a:srgbClr val="1C7B79"/>
                </a:solidFill>
                <a:latin typeface="Noto Sans CJK KR"/>
                <a:ea typeface="Noto Sans CJK KR"/>
                <a:cs typeface="Noto Sans CJK KR"/>
              </a:defRPr>
            </a:lvl4pPr>
            <a:lvl5pPr algn="l">
              <a:defRPr sz="1650" b="1">
                <a:solidFill>
                  <a:srgbClr val="1C7B79"/>
                </a:solidFill>
                <a:latin typeface="Noto Sans CJK KR"/>
                <a:ea typeface="Noto Sans CJK KR"/>
                <a:cs typeface="Noto Sans CJK KR"/>
              </a:defRPr>
            </a:lvl5pPr>
            <a:lvl6pPr algn="l">
              <a:defRPr sz="1650" b="1">
                <a:solidFill>
                  <a:srgbClr val="1C7B79"/>
                </a:solidFill>
                <a:latin typeface="Noto Sans CJK KR"/>
                <a:ea typeface="Noto Sans CJK KR"/>
                <a:cs typeface="Noto Sans CJK KR"/>
              </a:defRPr>
            </a:lvl6pPr>
            <a:lvl7pPr algn="l">
              <a:defRPr sz="1650" b="1">
                <a:solidFill>
                  <a:srgbClr val="1C7B79"/>
                </a:solidFill>
                <a:latin typeface="Noto Sans CJK KR"/>
                <a:ea typeface="Noto Sans CJK KR"/>
                <a:cs typeface="Noto Sans CJK KR"/>
              </a:defRPr>
            </a:lvl7pPr>
            <a:lvl8pPr algn="l">
              <a:defRPr sz="1650" b="1">
                <a:solidFill>
                  <a:srgbClr val="1C7B79"/>
                </a:solidFill>
                <a:latin typeface="Noto Sans CJK KR"/>
                <a:ea typeface="Noto Sans CJK KR"/>
                <a:cs typeface="Noto Sans CJK KR"/>
              </a:defRPr>
            </a:lvl8pPr>
            <a:lvl9pPr algn="l">
              <a:defRPr sz="1650" b="1">
                <a:solidFill>
                  <a:srgbClr val="1C7B79"/>
                </a:solidFill>
                <a:latin typeface="Noto Sans CJK KR"/>
                <a:ea typeface="Noto Sans CJK KR"/>
                <a:cs typeface="Noto Sans CJK KR"/>
              </a:defRPr>
            </a:lvl9pPr>
          </a:lstStyle>
          <a:p xmlns:a="http://schemas.openxmlformats.org/drawingml/2006/main">
            <a:pPr algn="l">
              <a:defRPr sz="1650" b="1">
                <a:solidFill>
                  <a:srgbClr val="1C7B79"/>
                </a:solidFill>
                <a:latin typeface="Noto Sans CJK KR"/>
                <a:ea typeface="Noto Sans CJK KR"/>
                <a:cs typeface="Noto Sans CJK KR"/>
              </a:defRPr>
            </a:pPr>
            <a:r>
              <a:rPr sz="1650" b="1">
                <a:solidFill>
                  <a:srgbClr val="1C7B79"/>
                </a:solidFill>
                <a:latin typeface="Noto Sans CJK KR"/>
                <a:ea typeface="Noto Sans CJK KR"/>
                <a:cs typeface="Noto Sans CJK KR"/>
              </a:rPr>
              <a:t>MongoDB</a:t>
            </a:r>
          </a:p>
        </p:txBody>
      </p:sp>
      <p:sp>
        <p:nvSpPr>
          <p:cNvPr id="42" name="">
            <a:extLst xmlns:a="http://schemas.openxmlformats.org/drawingml/2006/main">
              <a:ext uri="{FF2B5EF4-FFF2-40B4-BE49-F238E27FC236}">
                <a16:creationId xmlns:a16="http://schemas.microsoft.com/office/drawing/2014/main" id="{07097928-604F-4CD1-8794-10670079A6A7}"/>
              </a:ext>
            </a:extLst>
          </p:cNvPr>
          <p:cNvSpPr>
            <a:spLocks xmlns:a="http://schemas.openxmlformats.org/drawingml/2006/main"/>
          </p:cNvSpPr>
          <p:nvPr/>
        </p:nvSpPr>
        <p:spPr>
          <a:xfrm xmlns:a="http://schemas.openxmlformats.org/drawingml/2006/main">
            <a:off x="9439275" y="4914900"/>
            <a:ext cx="20859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350" b="0">
                <a:solidFill>
                  <a:srgbClr val="566879"/>
                </a:solidFill>
                <a:latin typeface="Noto Sans CJK KR"/>
                <a:ea typeface="Noto Sans CJK KR"/>
                <a:cs typeface="Noto Sans CJK KR"/>
              </a:defRPr>
            </a:defPPr>
            <a:lvl1pPr algn="ctr">
              <a:defRPr sz="1350" b="0">
                <a:solidFill>
                  <a:srgbClr val="566879"/>
                </a:solidFill>
                <a:latin typeface="Noto Sans CJK KR"/>
                <a:ea typeface="Noto Sans CJK KR"/>
                <a:cs typeface="Noto Sans CJK KR"/>
              </a:defRPr>
            </a:lvl1pPr>
            <a:lvl2pPr algn="ctr">
              <a:defRPr sz="1350" b="0">
                <a:solidFill>
                  <a:srgbClr val="566879"/>
                </a:solidFill>
                <a:latin typeface="Noto Sans CJK KR"/>
                <a:ea typeface="Noto Sans CJK KR"/>
                <a:cs typeface="Noto Sans CJK KR"/>
              </a:defRPr>
            </a:lvl2pPr>
            <a:lvl3pPr algn="ctr">
              <a:defRPr sz="1350" b="0">
                <a:solidFill>
                  <a:srgbClr val="566879"/>
                </a:solidFill>
                <a:latin typeface="Noto Sans CJK KR"/>
                <a:ea typeface="Noto Sans CJK KR"/>
                <a:cs typeface="Noto Sans CJK KR"/>
              </a:defRPr>
            </a:lvl3pPr>
            <a:lvl4pPr algn="ctr">
              <a:defRPr sz="1350" b="0">
                <a:solidFill>
                  <a:srgbClr val="566879"/>
                </a:solidFill>
                <a:latin typeface="Noto Sans CJK KR"/>
                <a:ea typeface="Noto Sans CJK KR"/>
                <a:cs typeface="Noto Sans CJK KR"/>
              </a:defRPr>
            </a:lvl4pPr>
            <a:lvl5pPr algn="ctr">
              <a:defRPr sz="1350" b="0">
                <a:solidFill>
                  <a:srgbClr val="566879"/>
                </a:solidFill>
                <a:latin typeface="Noto Sans CJK KR"/>
                <a:ea typeface="Noto Sans CJK KR"/>
                <a:cs typeface="Noto Sans CJK KR"/>
              </a:defRPr>
            </a:lvl5pPr>
            <a:lvl6pPr algn="ctr">
              <a:defRPr sz="1350" b="0">
                <a:solidFill>
                  <a:srgbClr val="566879"/>
                </a:solidFill>
                <a:latin typeface="Noto Sans CJK KR"/>
                <a:ea typeface="Noto Sans CJK KR"/>
                <a:cs typeface="Noto Sans CJK KR"/>
              </a:defRPr>
            </a:lvl6pPr>
            <a:lvl7pPr algn="ctr">
              <a:defRPr sz="1350" b="0">
                <a:solidFill>
                  <a:srgbClr val="566879"/>
                </a:solidFill>
                <a:latin typeface="Noto Sans CJK KR"/>
                <a:ea typeface="Noto Sans CJK KR"/>
                <a:cs typeface="Noto Sans CJK KR"/>
              </a:defRPr>
            </a:lvl7pPr>
            <a:lvl8pPr algn="ctr">
              <a:defRPr sz="1350" b="0">
                <a:solidFill>
                  <a:srgbClr val="566879"/>
                </a:solidFill>
                <a:latin typeface="Noto Sans CJK KR"/>
                <a:ea typeface="Noto Sans CJK KR"/>
                <a:cs typeface="Noto Sans CJK KR"/>
              </a:defRPr>
            </a:lvl8pPr>
            <a:lvl9pPr algn="ctr">
              <a:defRPr sz="1350" b="0">
                <a:solidFill>
                  <a:srgbClr val="566879"/>
                </a:solidFill>
                <a:latin typeface="Noto Sans CJK KR"/>
                <a:ea typeface="Noto Sans CJK KR"/>
                <a:cs typeface="Noto Sans CJK KR"/>
              </a:defRPr>
            </a:lvl9pPr>
          </a:lstStyle>
          <a:p xmlns:a="http://schemas.openxmlformats.org/drawingml/2006/main">
            <a:pPr algn="ctr">
              <a:defRPr sz="1350" b="0">
                <a:solidFill>
                  <a:srgbClr val="566879"/>
                </a:solidFill>
                <a:latin typeface="Noto Sans CJK KR"/>
                <a:ea typeface="Noto Sans CJK KR"/>
                <a:cs typeface="Noto Sans CJK KR"/>
              </a:defRPr>
            </a:pPr>
            <a:r>
              <a:rPr sz="1350" b="0">
                <a:solidFill>
                  <a:srgbClr val="566879"/>
                </a:solidFill>
                <a:latin typeface="Noto Sans CJK KR"/>
                <a:ea typeface="Noto Sans CJK KR"/>
                <a:cs typeface="Noto Sans CJK KR"/>
              </a:rPr>
              <a:t>대화 이력</a:t>
            </a:r>
          </a:p>
          <a:p xmlns:a="http://schemas.openxmlformats.org/drawingml/2006/main">
            <a:pPr algn="ctr">
              <a:defRPr sz="1350" b="0">
                <a:solidFill>
                  <a:srgbClr val="566879"/>
                </a:solidFill>
                <a:latin typeface="Noto Sans CJK KR"/>
                <a:ea typeface="Noto Sans CJK KR"/>
                <a:cs typeface="Noto Sans CJK KR"/>
              </a:defRPr>
            </a:pPr>
            <a:r>
              <a:rPr sz="1350" b="0">
                <a:solidFill>
                  <a:srgbClr val="566879"/>
                </a:solidFill>
                <a:latin typeface="Noto Sans CJK KR"/>
                <a:ea typeface="Noto Sans CJK KR"/>
                <a:cs typeface="Noto Sans CJK KR"/>
              </a:rPr>
              <a:t>조회 조건·근거 ID</a:t>
            </a:r>
          </a:p>
        </p:txBody>
      </p:sp>
      <p:sp>
        <p:nvSpPr>
          <p:cNvPr id="44" name="">
            <a:extLst xmlns:a="http://schemas.openxmlformats.org/drawingml/2006/main">
              <a:ext uri="{FF2B5EF4-FFF2-40B4-BE49-F238E27FC236}">
                <a16:creationId xmlns:a16="http://schemas.microsoft.com/office/drawing/2014/main" id="{BE2C1663-6301-4EDF-B6CB-FB82B9EAC2DA}"/>
              </a:ext>
            </a:extLst>
          </p:cNvPr>
          <p:cNvSpPr>
            <a:spLocks xmlns:a="http://schemas.openxmlformats.org/drawingml/2006/main"/>
          </p:cNvSpPr>
          <p:nvPr/>
        </p:nvSpPr>
        <p:spPr>
          <a:xfrm xmlns:a="http://schemas.openxmlformats.org/drawingml/2006/main">
            <a:off x="9372600" y="3781425"/>
            <a:ext cx="2228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125" b="0">
                <a:solidFill>
                  <a:srgbClr val="566879"/>
                </a:solidFill>
                <a:latin typeface="Noto Sans CJK KR"/>
                <a:ea typeface="Noto Sans CJK KR"/>
                <a:cs typeface="Noto Sans CJK KR"/>
              </a:defRPr>
            </a:defPPr>
            <a:lvl1pPr algn="ctr">
              <a:defRPr sz="1125" b="0">
                <a:solidFill>
                  <a:srgbClr val="566879"/>
                </a:solidFill>
                <a:latin typeface="Noto Sans CJK KR"/>
                <a:ea typeface="Noto Sans CJK KR"/>
                <a:cs typeface="Noto Sans CJK KR"/>
              </a:defRPr>
            </a:lvl1pPr>
            <a:lvl2pPr algn="ctr">
              <a:defRPr sz="1125" b="0">
                <a:solidFill>
                  <a:srgbClr val="566879"/>
                </a:solidFill>
                <a:latin typeface="Noto Sans CJK KR"/>
                <a:ea typeface="Noto Sans CJK KR"/>
                <a:cs typeface="Noto Sans CJK KR"/>
              </a:defRPr>
            </a:lvl2pPr>
            <a:lvl3pPr algn="ctr">
              <a:defRPr sz="1125" b="0">
                <a:solidFill>
                  <a:srgbClr val="566879"/>
                </a:solidFill>
                <a:latin typeface="Noto Sans CJK KR"/>
                <a:ea typeface="Noto Sans CJK KR"/>
                <a:cs typeface="Noto Sans CJK KR"/>
              </a:defRPr>
            </a:lvl3pPr>
            <a:lvl4pPr algn="ctr">
              <a:defRPr sz="1125" b="0">
                <a:solidFill>
                  <a:srgbClr val="566879"/>
                </a:solidFill>
                <a:latin typeface="Noto Sans CJK KR"/>
                <a:ea typeface="Noto Sans CJK KR"/>
                <a:cs typeface="Noto Sans CJK KR"/>
              </a:defRPr>
            </a:lvl4pPr>
            <a:lvl5pPr algn="ctr">
              <a:defRPr sz="1125" b="0">
                <a:solidFill>
                  <a:srgbClr val="566879"/>
                </a:solidFill>
                <a:latin typeface="Noto Sans CJK KR"/>
                <a:ea typeface="Noto Sans CJK KR"/>
                <a:cs typeface="Noto Sans CJK KR"/>
              </a:defRPr>
            </a:lvl5pPr>
            <a:lvl6pPr algn="ctr">
              <a:defRPr sz="1125" b="0">
                <a:solidFill>
                  <a:srgbClr val="566879"/>
                </a:solidFill>
                <a:latin typeface="Noto Sans CJK KR"/>
                <a:ea typeface="Noto Sans CJK KR"/>
                <a:cs typeface="Noto Sans CJK KR"/>
              </a:defRPr>
            </a:lvl6pPr>
            <a:lvl7pPr algn="ctr">
              <a:defRPr sz="1125" b="0">
                <a:solidFill>
                  <a:srgbClr val="566879"/>
                </a:solidFill>
                <a:latin typeface="Noto Sans CJK KR"/>
                <a:ea typeface="Noto Sans CJK KR"/>
                <a:cs typeface="Noto Sans CJK KR"/>
              </a:defRPr>
            </a:lvl7pPr>
            <a:lvl8pPr algn="ctr">
              <a:defRPr sz="1125" b="0">
                <a:solidFill>
                  <a:srgbClr val="566879"/>
                </a:solidFill>
                <a:latin typeface="Noto Sans CJK KR"/>
                <a:ea typeface="Noto Sans CJK KR"/>
                <a:cs typeface="Noto Sans CJK KR"/>
              </a:defRPr>
            </a:lvl8pPr>
            <a:lvl9pPr algn="ctr">
              <a:defRPr sz="1125" b="0">
                <a:solidFill>
                  <a:srgbClr val="566879"/>
                </a:solidFill>
                <a:latin typeface="Noto Sans CJK KR"/>
                <a:ea typeface="Noto Sans CJK KR"/>
                <a:cs typeface="Noto Sans CJK KR"/>
              </a:defRPr>
            </a:lvl9pPr>
          </a:lstStyle>
          <a:p xmlns:a="http://schemas.openxmlformats.org/drawingml/2006/main">
            <a:pPr algn="ctr">
              <a:defRPr sz="1125" b="0">
                <a:solidFill>
                  <a:srgbClr val="566879"/>
                </a:solidFill>
                <a:latin typeface="Noto Sans CJK KR"/>
                <a:ea typeface="Noto Sans CJK KR"/>
                <a:cs typeface="Noto Sans CJK KR"/>
              </a:defRPr>
            </a:pPr>
            <a:r>
              <a:rPr sz="1125" b="0">
                <a:solidFill>
                  <a:srgbClr val="566879"/>
                </a:solidFill>
                <a:latin typeface="Noto Sans CJK KR"/>
                <a:ea typeface="Noto Sans CJK KR"/>
                <a:cs typeface="Noto Sans CJK KR"/>
              </a:rPr>
              <a:t>대화 상태 저장·복원</a:t>
            </a:r>
          </a:p>
        </p:txBody>
      </p:sp>
      <p:sp>
        <p:nvSpPr>
          <p:cNvPr id="45" name="">
            <a:extLst xmlns:a="http://schemas.openxmlformats.org/drawingml/2006/main">
              <a:ext uri="{FF2B5EF4-FFF2-40B4-BE49-F238E27FC236}">
                <a16:creationId xmlns:a16="http://schemas.microsoft.com/office/drawing/2014/main" id="{3A9799D4-099B-4FFD-9FD1-0B03CBA95247}"/>
              </a:ext>
            </a:extLst>
          </p:cNvPr>
          <p:cNvSpPr>
            <a:spLocks xmlns:a="http://schemas.openxmlformats.org/drawingml/2006/main"/>
          </p:cNvSpPr>
          <p:nvPr/>
        </p:nvSpPr>
        <p:spPr>
          <a:xfrm xmlns:a="http://schemas.openxmlformats.org/drawingml/2006/main">
            <a:off x="514350" y="4514850"/>
            <a:ext cx="1905000" cy="104775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11430">
            <a:solidFill>
              <a:srgbClr val="D6E1E7"/>
            </a:solidFill>
          </a:ln>
        </p:spPr>
      </p:sp>
      <p:pic>
        <p:nvPicPr>
          <p:cNvPr id="46" name="">
            <a:extLst xmlns:a="http://schemas.openxmlformats.org/drawingml/2006/main">
              <a:ext uri="{FF2B5EF4-FFF2-40B4-BE49-F238E27FC236}">
                <a16:creationId xmlns:a16="http://schemas.microsoft.com/office/drawing/2014/main" id="{662CB0D5-B130-49F2-84F4-966ECAA7941F}"/>
              </a:ext>
            </a:extLst>
          </p:cNvPr>
          <p:cNvPicPr>
            <a:picLocks xmlns:a="http://schemas.openxmlformats.org/drawingml/2006/main" noChangeAspect="1"/>
          </p:cNvPicPr>
          <p:nvPr/>
        </p:nvPicPr>
        <p:blipFill>
          <a:blip xmlns:r="http://schemas.openxmlformats.org/officeDocument/2006/relationships" xmlns:a="http://schemas.openxmlformats.org/drawingml/2006/main" r:embed="Refafd5b437f241de"/>
          <a:srcRect xmlns:a="http://schemas.openxmlformats.org/drawingml/2006/main" l="70933" t="57811" r="25658" b="35282"/>
          <a:stretch xmlns:a="http://schemas.openxmlformats.org/drawingml/2006/main"/>
        </p:blipFill>
        <p:spPr>
          <a:xfrm xmlns:a="http://schemas.openxmlformats.org/drawingml/2006/main">
            <a:off x="600075" y="4638675"/>
            <a:ext cx="400050" cy="457200"/>
          </a:xfrm>
          <a:prstGeom xmlns:a="http://schemas.openxmlformats.org/drawingml/2006/main" prst="rect">
            <a:avLst/>
          </a:prstGeom>
        </p:spPr>
      </p:pic>
      <p:sp>
        <p:nvSpPr>
          <p:cNvPr id="47" name="">
            <a:extLst xmlns:a="http://schemas.openxmlformats.org/drawingml/2006/main">
              <a:ext uri="{FF2B5EF4-FFF2-40B4-BE49-F238E27FC236}">
                <a16:creationId xmlns:a16="http://schemas.microsoft.com/office/drawing/2014/main" id="{834ECE9B-D641-492F-AC5C-721CD7EF7287}"/>
              </a:ext>
            </a:extLst>
          </p:cNvPr>
          <p:cNvSpPr>
            <a:spLocks xmlns:a="http://schemas.openxmlformats.org/drawingml/2006/main"/>
          </p:cNvSpPr>
          <p:nvPr/>
        </p:nvSpPr>
        <p:spPr>
          <a:xfrm xmlns:a="http://schemas.openxmlformats.org/drawingml/2006/main">
            <a:off x="1114425" y="4610100"/>
            <a:ext cx="1238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1">
                <a:solidFill>
                  <a:srgbClr val="132D46"/>
                </a:solidFill>
                <a:latin typeface="Noto Sans CJK KR"/>
                <a:ea typeface="Noto Sans CJK KR"/>
                <a:cs typeface="Noto Sans CJK KR"/>
              </a:defRPr>
            </a:defPPr>
            <a:lvl1pPr algn="l">
              <a:defRPr sz="1275" b="1">
                <a:solidFill>
                  <a:srgbClr val="132D46"/>
                </a:solidFill>
                <a:latin typeface="Noto Sans CJK KR"/>
                <a:ea typeface="Noto Sans CJK KR"/>
                <a:cs typeface="Noto Sans CJK KR"/>
              </a:defRPr>
            </a:lvl1pPr>
            <a:lvl2pPr algn="l">
              <a:defRPr sz="1275" b="1">
                <a:solidFill>
                  <a:srgbClr val="132D46"/>
                </a:solidFill>
                <a:latin typeface="Noto Sans CJK KR"/>
                <a:ea typeface="Noto Sans CJK KR"/>
                <a:cs typeface="Noto Sans CJK KR"/>
              </a:defRPr>
            </a:lvl2pPr>
            <a:lvl3pPr algn="l">
              <a:defRPr sz="1275" b="1">
                <a:solidFill>
                  <a:srgbClr val="132D46"/>
                </a:solidFill>
                <a:latin typeface="Noto Sans CJK KR"/>
                <a:ea typeface="Noto Sans CJK KR"/>
                <a:cs typeface="Noto Sans CJK KR"/>
              </a:defRPr>
            </a:lvl3pPr>
            <a:lvl4pPr algn="l">
              <a:defRPr sz="1275" b="1">
                <a:solidFill>
                  <a:srgbClr val="132D46"/>
                </a:solidFill>
                <a:latin typeface="Noto Sans CJK KR"/>
                <a:ea typeface="Noto Sans CJK KR"/>
                <a:cs typeface="Noto Sans CJK KR"/>
              </a:defRPr>
            </a:lvl4pPr>
            <a:lvl5pPr algn="l">
              <a:defRPr sz="1275" b="1">
                <a:solidFill>
                  <a:srgbClr val="132D46"/>
                </a:solidFill>
                <a:latin typeface="Noto Sans CJK KR"/>
                <a:ea typeface="Noto Sans CJK KR"/>
                <a:cs typeface="Noto Sans CJK KR"/>
              </a:defRPr>
            </a:lvl5pPr>
            <a:lvl6pPr algn="l">
              <a:defRPr sz="1275" b="1">
                <a:solidFill>
                  <a:srgbClr val="132D46"/>
                </a:solidFill>
                <a:latin typeface="Noto Sans CJK KR"/>
                <a:ea typeface="Noto Sans CJK KR"/>
                <a:cs typeface="Noto Sans CJK KR"/>
              </a:defRPr>
            </a:lvl6pPr>
            <a:lvl7pPr algn="l">
              <a:defRPr sz="1275" b="1">
                <a:solidFill>
                  <a:srgbClr val="132D46"/>
                </a:solidFill>
                <a:latin typeface="Noto Sans CJK KR"/>
                <a:ea typeface="Noto Sans CJK KR"/>
                <a:cs typeface="Noto Sans CJK KR"/>
              </a:defRPr>
            </a:lvl7pPr>
            <a:lvl8pPr algn="l">
              <a:defRPr sz="1275" b="1">
                <a:solidFill>
                  <a:srgbClr val="132D46"/>
                </a:solidFill>
                <a:latin typeface="Noto Sans CJK KR"/>
                <a:ea typeface="Noto Sans CJK KR"/>
                <a:cs typeface="Noto Sans CJK KR"/>
              </a:defRPr>
            </a:lvl8pPr>
            <a:lvl9pPr algn="l">
              <a:defRPr sz="1275" b="1">
                <a:solidFill>
                  <a:srgbClr val="132D46"/>
                </a:solidFill>
                <a:latin typeface="Noto Sans CJK KR"/>
                <a:ea typeface="Noto Sans CJK KR"/>
                <a:cs typeface="Noto Sans CJK KR"/>
              </a:defRPr>
            </a:lvl9pPr>
          </a:lstStyle>
          <a:p xmlns:a="http://schemas.openxmlformats.org/drawingml/2006/main">
            <a:pPr algn="l">
              <a:defRPr sz="1275" b="1">
                <a:solidFill>
                  <a:srgbClr val="132D46"/>
                </a:solidFill>
                <a:latin typeface="Noto Sans CJK KR"/>
                <a:ea typeface="Noto Sans CJK KR"/>
                <a:cs typeface="Noto Sans CJK KR"/>
              </a:defRPr>
            </a:pPr>
            <a:r>
              <a:rPr sz="1275" b="1">
                <a:solidFill>
                  <a:srgbClr val="132D46"/>
                </a:solidFill>
                <a:latin typeface="Noto Sans CJK KR"/>
                <a:ea typeface="Noto Sans CJK KR"/>
                <a:cs typeface="Noto Sans CJK KR"/>
              </a:rPr>
              <a:t>Embedding</a:t>
            </a:r>
          </a:p>
          <a:p xmlns:a="http://schemas.openxmlformats.org/drawingml/2006/main">
            <a:pPr algn="l">
              <a:defRPr sz="1275" b="1">
                <a:solidFill>
                  <a:srgbClr val="132D46"/>
                </a:solidFill>
                <a:latin typeface="Noto Sans CJK KR"/>
                <a:ea typeface="Noto Sans CJK KR"/>
                <a:cs typeface="Noto Sans CJK KR"/>
              </a:defRPr>
            </a:pPr>
            <a:r>
              <a:rPr sz="1275" b="1">
                <a:solidFill>
                  <a:srgbClr val="132D46"/>
                </a:solidFill>
                <a:latin typeface="Noto Sans CJK KR"/>
                <a:ea typeface="Noto Sans CJK KR"/>
                <a:cs typeface="Noto Sans CJK KR"/>
              </a:rPr>
              <a:t>Gateway</a:t>
            </a:r>
          </a:p>
        </p:txBody>
      </p:sp>
      <p:sp>
        <p:nvSpPr>
          <p:cNvPr id="48" name="">
            <a:extLst xmlns:a="http://schemas.openxmlformats.org/drawingml/2006/main">
              <a:ext uri="{FF2B5EF4-FFF2-40B4-BE49-F238E27FC236}">
                <a16:creationId xmlns:a16="http://schemas.microsoft.com/office/drawing/2014/main" id="{F897AEBC-8EEC-4049-A567-F21424130EF7}"/>
              </a:ext>
            </a:extLst>
          </p:cNvPr>
          <p:cNvSpPr>
            <a:spLocks xmlns:a="http://schemas.openxmlformats.org/drawingml/2006/main"/>
          </p:cNvSpPr>
          <p:nvPr/>
        </p:nvSpPr>
        <p:spPr>
          <a:xfrm xmlns:a="http://schemas.openxmlformats.org/drawingml/2006/main">
            <a:off x="657225" y="5219700"/>
            <a:ext cx="1638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566879"/>
                </a:solidFill>
                <a:latin typeface="Noto Sans CJK KR"/>
                <a:ea typeface="Noto Sans CJK KR"/>
                <a:cs typeface="Noto Sans CJK KR"/>
              </a:defRPr>
            </a:defPPr>
            <a:lvl1pPr algn="ctr">
              <a:defRPr sz="1275" b="0">
                <a:solidFill>
                  <a:srgbClr val="566879"/>
                </a:solidFill>
                <a:latin typeface="Noto Sans CJK KR"/>
                <a:ea typeface="Noto Sans CJK KR"/>
                <a:cs typeface="Noto Sans CJK KR"/>
              </a:defRPr>
            </a:lvl1pPr>
            <a:lvl2pPr algn="ctr">
              <a:defRPr sz="1275" b="0">
                <a:solidFill>
                  <a:srgbClr val="566879"/>
                </a:solidFill>
                <a:latin typeface="Noto Sans CJK KR"/>
                <a:ea typeface="Noto Sans CJK KR"/>
                <a:cs typeface="Noto Sans CJK KR"/>
              </a:defRPr>
            </a:lvl2pPr>
            <a:lvl3pPr algn="ctr">
              <a:defRPr sz="1275" b="0">
                <a:solidFill>
                  <a:srgbClr val="566879"/>
                </a:solidFill>
                <a:latin typeface="Noto Sans CJK KR"/>
                <a:ea typeface="Noto Sans CJK KR"/>
                <a:cs typeface="Noto Sans CJK KR"/>
              </a:defRPr>
            </a:lvl3pPr>
            <a:lvl4pPr algn="ctr">
              <a:defRPr sz="1275" b="0">
                <a:solidFill>
                  <a:srgbClr val="566879"/>
                </a:solidFill>
                <a:latin typeface="Noto Sans CJK KR"/>
                <a:ea typeface="Noto Sans CJK KR"/>
                <a:cs typeface="Noto Sans CJK KR"/>
              </a:defRPr>
            </a:lvl4pPr>
            <a:lvl5pPr algn="ctr">
              <a:defRPr sz="1275" b="0">
                <a:solidFill>
                  <a:srgbClr val="566879"/>
                </a:solidFill>
                <a:latin typeface="Noto Sans CJK KR"/>
                <a:ea typeface="Noto Sans CJK KR"/>
                <a:cs typeface="Noto Sans CJK KR"/>
              </a:defRPr>
            </a:lvl5pPr>
            <a:lvl6pPr algn="ctr">
              <a:defRPr sz="1275" b="0">
                <a:solidFill>
                  <a:srgbClr val="566879"/>
                </a:solidFill>
                <a:latin typeface="Noto Sans CJK KR"/>
                <a:ea typeface="Noto Sans CJK KR"/>
                <a:cs typeface="Noto Sans CJK KR"/>
              </a:defRPr>
            </a:lvl6pPr>
            <a:lvl7pPr algn="ctr">
              <a:defRPr sz="1275" b="0">
                <a:solidFill>
                  <a:srgbClr val="566879"/>
                </a:solidFill>
                <a:latin typeface="Noto Sans CJK KR"/>
                <a:ea typeface="Noto Sans CJK KR"/>
                <a:cs typeface="Noto Sans CJK KR"/>
              </a:defRPr>
            </a:lvl7pPr>
            <a:lvl8pPr algn="ctr">
              <a:defRPr sz="1275" b="0">
                <a:solidFill>
                  <a:srgbClr val="566879"/>
                </a:solidFill>
                <a:latin typeface="Noto Sans CJK KR"/>
                <a:ea typeface="Noto Sans CJK KR"/>
                <a:cs typeface="Noto Sans CJK KR"/>
              </a:defRPr>
            </a:lvl8pPr>
            <a:lvl9pPr algn="ctr">
              <a:defRPr sz="1275" b="0">
                <a:solidFill>
                  <a:srgbClr val="566879"/>
                </a:solidFill>
                <a:latin typeface="Noto Sans CJK KR"/>
                <a:ea typeface="Noto Sans CJK KR"/>
                <a:cs typeface="Noto Sans CJK KR"/>
              </a:defRPr>
            </a:lvl9pPr>
          </a:lstStyle>
          <a:p xmlns:a="http://schemas.openxmlformats.org/drawingml/2006/main">
            <a:pPr algn="ctr">
              <a:defRPr sz="1275" b="0">
                <a:solidFill>
                  <a:srgbClr val="566879"/>
                </a:solidFill>
                <a:latin typeface="Noto Sans CJK KR"/>
                <a:ea typeface="Noto Sans CJK KR"/>
                <a:cs typeface="Noto Sans CJK KR"/>
              </a:defRPr>
            </a:pPr>
            <a:r>
              <a:rPr sz="1275" b="0">
                <a:solidFill>
                  <a:srgbClr val="566879"/>
                </a:solidFill>
                <a:latin typeface="Noto Sans CJK KR"/>
                <a:ea typeface="Noto Sans CJK KR"/>
                <a:cs typeface="Noto Sans CJK KR"/>
              </a:rPr>
              <a:t>질문 벡터 생성</a:t>
            </a:r>
          </a:p>
        </p:txBody>
      </p:sp>
      <p:sp>
        <p:nvSpPr>
          <p:cNvPr id="49" name="">
            <a:extLst xmlns:a="http://schemas.openxmlformats.org/drawingml/2006/main">
              <a:ext uri="{FF2B5EF4-FFF2-40B4-BE49-F238E27FC236}">
                <a16:creationId xmlns:a16="http://schemas.microsoft.com/office/drawing/2014/main" id="{1D1482D2-6259-4E70-A0EA-4A964C02F5EE}"/>
              </a:ext>
            </a:extLst>
          </p:cNvPr>
          <p:cNvSpPr>
            <a:spLocks xmlns:a="http://schemas.openxmlformats.org/drawingml/2006/main"/>
          </p:cNvSpPr>
          <p:nvPr/>
        </p:nvSpPr>
        <p:spPr>
          <a:xfrm xmlns:a="http://schemas.openxmlformats.org/drawingml/2006/main">
            <a:off x="2952750" y="4514850"/>
            <a:ext cx="5905500" cy="1047750"/>
          </a:xfrm>
          <a:prstGeom xmlns:a="http://schemas.openxmlformats.org/drawingml/2006/main" prst="roundRect">
            <a:avLst>
              <a:gd name="adj" fmla="val 4545"/>
            </a:avLst>
          </a:prstGeom>
          <a:solidFill xmlns:a="http://schemas.openxmlformats.org/drawingml/2006/main">
            <a:srgbClr val="EBF5F4"/>
          </a:solidFill>
          <a:ln xmlns:a="http://schemas.openxmlformats.org/drawingml/2006/main" w="11430">
            <a:solidFill>
              <a:srgbClr val="1C7B79"/>
            </a:solidFill>
          </a:ln>
        </p:spPr>
      </p:sp>
      <p:pic>
        <p:nvPicPr>
          <p:cNvPr id="50" name="">
            <a:extLst xmlns:a="http://schemas.openxmlformats.org/drawingml/2006/main">
              <a:ext uri="{FF2B5EF4-FFF2-40B4-BE49-F238E27FC236}">
                <a16:creationId xmlns:a16="http://schemas.microsoft.com/office/drawing/2014/main" id="{167E68CC-4CE5-49D9-85D9-49DFB86848C9}"/>
              </a:ext>
            </a:extLst>
          </p:cNvPr>
          <p:cNvPicPr>
            <a:picLocks xmlns:a="http://schemas.openxmlformats.org/drawingml/2006/main" noChangeAspect="1"/>
          </p:cNvPicPr>
          <p:nvPr/>
        </p:nvPicPr>
        <p:blipFill>
          <a:blip xmlns:r="http://schemas.openxmlformats.org/officeDocument/2006/relationships" xmlns:a="http://schemas.openxmlformats.org/drawingml/2006/main" r:embed="Rcc056fc221034a34"/>
          <a:srcRect xmlns:a="http://schemas.openxmlformats.org/drawingml/2006/main" l="33493" t="50372" r="62022" b="42721"/>
          <a:stretch xmlns:a="http://schemas.openxmlformats.org/drawingml/2006/main"/>
        </p:blipFill>
        <p:spPr>
          <a:xfrm xmlns:a="http://schemas.openxmlformats.org/drawingml/2006/main">
            <a:off x="3067050" y="4591050"/>
            <a:ext cx="419100" cy="361950"/>
          </a:xfrm>
          <a:prstGeom xmlns:a="http://schemas.openxmlformats.org/drawingml/2006/main" prst="rect">
            <a:avLst/>
          </a:prstGeom>
        </p:spPr>
      </p:pic>
      <p:sp>
        <p:nvSpPr>
          <p:cNvPr id="51" name="">
            <a:extLst xmlns:a="http://schemas.openxmlformats.org/drawingml/2006/main">
              <a:ext uri="{FF2B5EF4-FFF2-40B4-BE49-F238E27FC236}">
                <a16:creationId xmlns:a16="http://schemas.microsoft.com/office/drawing/2014/main" id="{19D67180-A225-450D-A376-E1ED32B4AC15}"/>
              </a:ext>
            </a:extLst>
          </p:cNvPr>
          <p:cNvSpPr>
            <a:spLocks xmlns:a="http://schemas.openxmlformats.org/drawingml/2006/main"/>
          </p:cNvSpPr>
          <p:nvPr/>
        </p:nvSpPr>
        <p:spPr>
          <a:xfrm xmlns:a="http://schemas.openxmlformats.org/drawingml/2006/main">
            <a:off x="3590925" y="462915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1">
                <a:solidFill>
                  <a:srgbClr val="1C7B79"/>
                </a:solidFill>
                <a:latin typeface="Noto Sans CJK KR"/>
                <a:ea typeface="Noto Sans CJK KR"/>
                <a:cs typeface="Noto Sans CJK KR"/>
              </a:defRPr>
            </a:defPPr>
            <a:lvl1pPr algn="l">
              <a:defRPr sz="1725" b="1">
                <a:solidFill>
                  <a:srgbClr val="1C7B79"/>
                </a:solidFill>
                <a:latin typeface="Noto Sans CJK KR"/>
                <a:ea typeface="Noto Sans CJK KR"/>
                <a:cs typeface="Noto Sans CJK KR"/>
              </a:defRPr>
            </a:lvl1pPr>
            <a:lvl2pPr algn="l">
              <a:defRPr sz="1725" b="1">
                <a:solidFill>
                  <a:srgbClr val="1C7B79"/>
                </a:solidFill>
                <a:latin typeface="Noto Sans CJK KR"/>
                <a:ea typeface="Noto Sans CJK KR"/>
                <a:cs typeface="Noto Sans CJK KR"/>
              </a:defRPr>
            </a:lvl2pPr>
            <a:lvl3pPr algn="l">
              <a:defRPr sz="1725" b="1">
                <a:solidFill>
                  <a:srgbClr val="1C7B79"/>
                </a:solidFill>
                <a:latin typeface="Noto Sans CJK KR"/>
                <a:ea typeface="Noto Sans CJK KR"/>
                <a:cs typeface="Noto Sans CJK KR"/>
              </a:defRPr>
            </a:lvl3pPr>
            <a:lvl4pPr algn="l">
              <a:defRPr sz="1725" b="1">
                <a:solidFill>
                  <a:srgbClr val="1C7B79"/>
                </a:solidFill>
                <a:latin typeface="Noto Sans CJK KR"/>
                <a:ea typeface="Noto Sans CJK KR"/>
                <a:cs typeface="Noto Sans CJK KR"/>
              </a:defRPr>
            </a:lvl4pPr>
            <a:lvl5pPr algn="l">
              <a:defRPr sz="1725" b="1">
                <a:solidFill>
                  <a:srgbClr val="1C7B79"/>
                </a:solidFill>
                <a:latin typeface="Noto Sans CJK KR"/>
                <a:ea typeface="Noto Sans CJK KR"/>
                <a:cs typeface="Noto Sans CJK KR"/>
              </a:defRPr>
            </a:lvl5pPr>
            <a:lvl6pPr algn="l">
              <a:defRPr sz="1725" b="1">
                <a:solidFill>
                  <a:srgbClr val="1C7B79"/>
                </a:solidFill>
                <a:latin typeface="Noto Sans CJK KR"/>
                <a:ea typeface="Noto Sans CJK KR"/>
                <a:cs typeface="Noto Sans CJK KR"/>
              </a:defRPr>
            </a:lvl6pPr>
            <a:lvl7pPr algn="l">
              <a:defRPr sz="1725" b="1">
                <a:solidFill>
                  <a:srgbClr val="1C7B79"/>
                </a:solidFill>
                <a:latin typeface="Noto Sans CJK KR"/>
                <a:ea typeface="Noto Sans CJK KR"/>
                <a:cs typeface="Noto Sans CJK KR"/>
              </a:defRPr>
            </a:lvl7pPr>
            <a:lvl8pPr algn="l">
              <a:defRPr sz="1725" b="1">
                <a:solidFill>
                  <a:srgbClr val="1C7B79"/>
                </a:solidFill>
                <a:latin typeface="Noto Sans CJK KR"/>
                <a:ea typeface="Noto Sans CJK KR"/>
                <a:cs typeface="Noto Sans CJK KR"/>
              </a:defRPr>
            </a:lvl8pPr>
            <a:lvl9pPr algn="l">
              <a:defRPr sz="1725" b="1">
                <a:solidFill>
                  <a:srgbClr val="1C7B79"/>
                </a:solidFill>
                <a:latin typeface="Noto Sans CJK KR"/>
                <a:ea typeface="Noto Sans CJK KR"/>
                <a:cs typeface="Noto Sans CJK KR"/>
              </a:defRPr>
            </a:lvl9pPr>
          </a:lstStyle>
          <a:p xmlns:a="http://schemas.openxmlformats.org/drawingml/2006/main">
            <a:pPr algn="l">
              <a:defRPr sz="1725" b="1">
                <a:solidFill>
                  <a:srgbClr val="1C7B79"/>
                </a:solidFill>
                <a:latin typeface="Noto Sans CJK KR"/>
                <a:ea typeface="Noto Sans CJK KR"/>
                <a:cs typeface="Noto Sans CJK KR"/>
              </a:defRPr>
            </a:pPr>
            <a:r>
              <a:rPr sz="1725" b="1">
                <a:solidFill>
                  <a:srgbClr val="1C7B79"/>
                </a:solidFill>
                <a:latin typeface="Noto Sans CJK KR"/>
                <a:ea typeface="Noto Sans CJK KR"/>
                <a:cs typeface="Noto Sans CJK KR"/>
              </a:rPr>
              <a:t>OpenSearch</a:t>
            </a:r>
          </a:p>
        </p:txBody>
      </p:sp>
      <p:sp>
        <p:nvSpPr>
          <p:cNvPr id="52" name="">
            <a:extLst xmlns:a="http://schemas.openxmlformats.org/drawingml/2006/main">
              <a:ext uri="{FF2B5EF4-FFF2-40B4-BE49-F238E27FC236}">
                <a16:creationId xmlns:a16="http://schemas.microsoft.com/office/drawing/2014/main" id="{97FFA915-6A94-4872-8DF5-5F30BC83F159}"/>
              </a:ext>
            </a:extLst>
          </p:cNvPr>
          <p:cNvSpPr>
            <a:spLocks xmlns:a="http://schemas.openxmlformats.org/drawingml/2006/main"/>
          </p:cNvSpPr>
          <p:nvPr/>
        </p:nvSpPr>
        <p:spPr>
          <a:xfrm xmlns:a="http://schemas.openxmlformats.org/drawingml/2006/main">
            <a:off x="3133725" y="4981575"/>
            <a:ext cx="552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132D46"/>
                </a:solidFill>
                <a:latin typeface="Noto Sans CJK KR"/>
                <a:ea typeface="Noto Sans CJK KR"/>
                <a:cs typeface="Noto Sans CJK KR"/>
              </a:defRPr>
            </a:defPPr>
            <a:lvl1pPr algn="l">
              <a:defRPr sz="1425" b="0">
                <a:solidFill>
                  <a:srgbClr val="132D46"/>
                </a:solidFill>
                <a:latin typeface="Noto Sans CJK KR"/>
                <a:ea typeface="Noto Sans CJK KR"/>
                <a:cs typeface="Noto Sans CJK KR"/>
              </a:defRPr>
            </a:lvl1pPr>
            <a:lvl2pPr algn="l">
              <a:defRPr sz="1425" b="0">
                <a:solidFill>
                  <a:srgbClr val="132D46"/>
                </a:solidFill>
                <a:latin typeface="Noto Sans CJK KR"/>
                <a:ea typeface="Noto Sans CJK KR"/>
                <a:cs typeface="Noto Sans CJK KR"/>
              </a:defRPr>
            </a:lvl2pPr>
            <a:lvl3pPr algn="l">
              <a:defRPr sz="1425" b="0">
                <a:solidFill>
                  <a:srgbClr val="132D46"/>
                </a:solidFill>
                <a:latin typeface="Noto Sans CJK KR"/>
                <a:ea typeface="Noto Sans CJK KR"/>
                <a:cs typeface="Noto Sans CJK KR"/>
              </a:defRPr>
            </a:lvl3pPr>
            <a:lvl4pPr algn="l">
              <a:defRPr sz="1425" b="0">
                <a:solidFill>
                  <a:srgbClr val="132D46"/>
                </a:solidFill>
                <a:latin typeface="Noto Sans CJK KR"/>
                <a:ea typeface="Noto Sans CJK KR"/>
                <a:cs typeface="Noto Sans CJK KR"/>
              </a:defRPr>
            </a:lvl4pPr>
            <a:lvl5pPr algn="l">
              <a:defRPr sz="1425" b="0">
                <a:solidFill>
                  <a:srgbClr val="132D46"/>
                </a:solidFill>
                <a:latin typeface="Noto Sans CJK KR"/>
                <a:ea typeface="Noto Sans CJK KR"/>
                <a:cs typeface="Noto Sans CJK KR"/>
              </a:defRPr>
            </a:lvl5pPr>
            <a:lvl6pPr algn="l">
              <a:defRPr sz="1425" b="0">
                <a:solidFill>
                  <a:srgbClr val="132D46"/>
                </a:solidFill>
                <a:latin typeface="Noto Sans CJK KR"/>
                <a:ea typeface="Noto Sans CJK KR"/>
                <a:cs typeface="Noto Sans CJK KR"/>
              </a:defRPr>
            </a:lvl6pPr>
            <a:lvl7pPr algn="l">
              <a:defRPr sz="1425" b="0">
                <a:solidFill>
                  <a:srgbClr val="132D46"/>
                </a:solidFill>
                <a:latin typeface="Noto Sans CJK KR"/>
                <a:ea typeface="Noto Sans CJK KR"/>
                <a:cs typeface="Noto Sans CJK KR"/>
              </a:defRPr>
            </a:lvl7pPr>
            <a:lvl8pPr algn="l">
              <a:defRPr sz="1425" b="0">
                <a:solidFill>
                  <a:srgbClr val="132D46"/>
                </a:solidFill>
                <a:latin typeface="Noto Sans CJK KR"/>
                <a:ea typeface="Noto Sans CJK KR"/>
                <a:cs typeface="Noto Sans CJK KR"/>
              </a:defRPr>
            </a:lvl8pPr>
            <a:lvl9pPr algn="l">
              <a:defRPr sz="1425" b="0">
                <a:solidFill>
                  <a:srgbClr val="132D46"/>
                </a:solidFill>
                <a:latin typeface="Noto Sans CJK KR"/>
                <a:ea typeface="Noto Sans CJK KR"/>
                <a:cs typeface="Noto Sans CJK KR"/>
              </a:defRPr>
            </a:lvl9pPr>
          </a:lstStyle>
          <a:p xmlns:a="http://schemas.openxmlformats.org/drawingml/2006/main">
            <a:pPr algn="l">
              <a:defRPr sz="1425" b="0">
                <a:solidFill>
                  <a:srgbClr val="132D46"/>
                </a:solidFill>
                <a:latin typeface="Noto Sans CJK KR"/>
                <a:ea typeface="Noto Sans CJK KR"/>
                <a:cs typeface="Noto Sans CJK KR"/>
              </a:defRPr>
            </a:pPr>
            <a:r>
              <a:rPr sz="1425" b="0">
                <a:solidFill>
                  <a:srgbClr val="132D46"/>
                </a:solidFill>
                <a:latin typeface="Noto Sans CJK KR"/>
                <a:ea typeface="Noto Sans CJK KR"/>
                <a:cs typeface="Noto Sans CJK KR"/>
              </a:rPr>
              <a:t>BM25 + 벡터 검색 · RRF 순위 결합</a:t>
            </a:r>
          </a:p>
        </p:txBody>
      </p:sp>
      <p:sp>
        <p:nvSpPr>
          <p:cNvPr id="53" name="">
            <a:extLst xmlns:a="http://schemas.openxmlformats.org/drawingml/2006/main">
              <a:ext uri="{FF2B5EF4-FFF2-40B4-BE49-F238E27FC236}">
                <a16:creationId xmlns:a16="http://schemas.microsoft.com/office/drawing/2014/main" id="{0990B31B-E9C0-4B9E-B718-F87F6AD6204F}"/>
              </a:ext>
            </a:extLst>
          </p:cNvPr>
          <p:cNvSpPr>
            <a:spLocks xmlns:a="http://schemas.openxmlformats.org/drawingml/2006/main"/>
          </p:cNvSpPr>
          <p:nvPr/>
        </p:nvSpPr>
        <p:spPr>
          <a:xfrm xmlns:a="http://schemas.openxmlformats.org/drawingml/2006/main">
            <a:off x="3133725" y="5286375"/>
            <a:ext cx="552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0">
                <a:solidFill>
                  <a:srgbClr val="566879"/>
                </a:solidFill>
                <a:latin typeface="Noto Sans CJK KR"/>
                <a:ea typeface="Noto Sans CJK KR"/>
                <a:cs typeface="Noto Sans CJK KR"/>
              </a:defRPr>
            </a:defPPr>
            <a:lvl1pPr algn="l">
              <a:defRPr sz="1275" b="0">
                <a:solidFill>
                  <a:srgbClr val="566879"/>
                </a:solidFill>
                <a:latin typeface="Noto Sans CJK KR"/>
                <a:ea typeface="Noto Sans CJK KR"/>
                <a:cs typeface="Noto Sans CJK KR"/>
              </a:defRPr>
            </a:lvl1pPr>
            <a:lvl2pPr algn="l">
              <a:defRPr sz="1275" b="0">
                <a:solidFill>
                  <a:srgbClr val="566879"/>
                </a:solidFill>
                <a:latin typeface="Noto Sans CJK KR"/>
                <a:ea typeface="Noto Sans CJK KR"/>
                <a:cs typeface="Noto Sans CJK KR"/>
              </a:defRPr>
            </a:lvl2pPr>
            <a:lvl3pPr algn="l">
              <a:defRPr sz="1275" b="0">
                <a:solidFill>
                  <a:srgbClr val="566879"/>
                </a:solidFill>
                <a:latin typeface="Noto Sans CJK KR"/>
                <a:ea typeface="Noto Sans CJK KR"/>
                <a:cs typeface="Noto Sans CJK KR"/>
              </a:defRPr>
            </a:lvl3pPr>
            <a:lvl4pPr algn="l">
              <a:defRPr sz="1275" b="0">
                <a:solidFill>
                  <a:srgbClr val="566879"/>
                </a:solidFill>
                <a:latin typeface="Noto Sans CJK KR"/>
                <a:ea typeface="Noto Sans CJK KR"/>
                <a:cs typeface="Noto Sans CJK KR"/>
              </a:defRPr>
            </a:lvl4pPr>
            <a:lvl5pPr algn="l">
              <a:defRPr sz="1275" b="0">
                <a:solidFill>
                  <a:srgbClr val="566879"/>
                </a:solidFill>
                <a:latin typeface="Noto Sans CJK KR"/>
                <a:ea typeface="Noto Sans CJK KR"/>
                <a:cs typeface="Noto Sans CJK KR"/>
              </a:defRPr>
            </a:lvl5pPr>
            <a:lvl6pPr algn="l">
              <a:defRPr sz="1275" b="0">
                <a:solidFill>
                  <a:srgbClr val="566879"/>
                </a:solidFill>
                <a:latin typeface="Noto Sans CJK KR"/>
                <a:ea typeface="Noto Sans CJK KR"/>
                <a:cs typeface="Noto Sans CJK KR"/>
              </a:defRPr>
            </a:lvl6pPr>
            <a:lvl7pPr algn="l">
              <a:defRPr sz="1275" b="0">
                <a:solidFill>
                  <a:srgbClr val="566879"/>
                </a:solidFill>
                <a:latin typeface="Noto Sans CJK KR"/>
                <a:ea typeface="Noto Sans CJK KR"/>
                <a:cs typeface="Noto Sans CJK KR"/>
              </a:defRPr>
            </a:lvl7pPr>
            <a:lvl8pPr algn="l">
              <a:defRPr sz="1275" b="0">
                <a:solidFill>
                  <a:srgbClr val="566879"/>
                </a:solidFill>
                <a:latin typeface="Noto Sans CJK KR"/>
                <a:ea typeface="Noto Sans CJK KR"/>
                <a:cs typeface="Noto Sans CJK KR"/>
              </a:defRPr>
            </a:lvl8pPr>
            <a:lvl9pPr algn="l">
              <a:defRPr sz="1275" b="0">
                <a:solidFill>
                  <a:srgbClr val="566879"/>
                </a:solidFill>
                <a:latin typeface="Noto Sans CJK KR"/>
                <a:ea typeface="Noto Sans CJK KR"/>
                <a:cs typeface="Noto Sans CJK KR"/>
              </a:defRPr>
            </a:lvl9pPr>
          </a:lstStyle>
          <a:p xmlns:a="http://schemas.openxmlformats.org/drawingml/2006/main">
            <a:pPr algn="l">
              <a:defRPr sz="1275" b="0">
                <a:solidFill>
                  <a:srgbClr val="566879"/>
                </a:solidFill>
                <a:latin typeface="Noto Sans CJK KR"/>
                <a:ea typeface="Noto Sans CJK KR"/>
                <a:cs typeface="Noto Sans CJK KR"/>
              </a:defRPr>
            </a:pPr>
            <a:r>
              <a:rPr sz="1275" b="0">
                <a:solidFill>
                  <a:srgbClr val="566879"/>
                </a:solidFill>
                <a:latin typeface="Noto Sans CJK KR"/>
                <a:ea typeface="Noto Sans CJK KR"/>
                <a:cs typeface="Noto Sans CJK KR"/>
              </a:rPr>
              <a:t>EWS 메일 인덱스    /    Outlook 일정 인덱스</a:t>
            </a:r>
          </a:p>
        </p:txBody>
      </p:sp>
      <p:sp>
        <p:nvSpPr>
          <p:cNvPr id="56" name="">
            <a:extLst xmlns:a="http://schemas.openxmlformats.org/drawingml/2006/main">
              <a:ext uri="{FF2B5EF4-FFF2-40B4-BE49-F238E27FC236}">
                <a16:creationId xmlns:a16="http://schemas.microsoft.com/office/drawing/2014/main" id="{846DC5E1-2E82-4BC0-A05B-C1AA80616391}"/>
              </a:ext>
            </a:extLst>
          </p:cNvPr>
          <p:cNvSpPr>
            <a:spLocks xmlns:a="http://schemas.openxmlformats.org/drawingml/2006/main"/>
          </p:cNvSpPr>
          <p:nvPr/>
        </p:nvSpPr>
        <p:spPr>
          <a:xfrm xmlns:a="http://schemas.openxmlformats.org/drawingml/2006/main">
            <a:off x="3286125" y="41148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125" b="0">
                <a:solidFill>
                  <a:srgbClr val="566879"/>
                </a:solidFill>
                <a:latin typeface="Noto Sans CJK KR"/>
                <a:ea typeface="Noto Sans CJK KR"/>
                <a:cs typeface="Noto Sans CJK KR"/>
              </a:defRPr>
            </a:defPPr>
            <a:lvl1pPr algn="l">
              <a:defRPr sz="1125" b="0">
                <a:solidFill>
                  <a:srgbClr val="566879"/>
                </a:solidFill>
                <a:latin typeface="Noto Sans CJK KR"/>
                <a:ea typeface="Noto Sans CJK KR"/>
                <a:cs typeface="Noto Sans CJK KR"/>
              </a:defRPr>
            </a:lvl1pPr>
            <a:lvl2pPr algn="l">
              <a:defRPr sz="1125" b="0">
                <a:solidFill>
                  <a:srgbClr val="566879"/>
                </a:solidFill>
                <a:latin typeface="Noto Sans CJK KR"/>
                <a:ea typeface="Noto Sans CJK KR"/>
                <a:cs typeface="Noto Sans CJK KR"/>
              </a:defRPr>
            </a:lvl2pPr>
            <a:lvl3pPr algn="l">
              <a:defRPr sz="1125" b="0">
                <a:solidFill>
                  <a:srgbClr val="566879"/>
                </a:solidFill>
                <a:latin typeface="Noto Sans CJK KR"/>
                <a:ea typeface="Noto Sans CJK KR"/>
                <a:cs typeface="Noto Sans CJK KR"/>
              </a:defRPr>
            </a:lvl3pPr>
            <a:lvl4pPr algn="l">
              <a:defRPr sz="1125" b="0">
                <a:solidFill>
                  <a:srgbClr val="566879"/>
                </a:solidFill>
                <a:latin typeface="Noto Sans CJK KR"/>
                <a:ea typeface="Noto Sans CJK KR"/>
                <a:cs typeface="Noto Sans CJK KR"/>
              </a:defRPr>
            </a:lvl4pPr>
            <a:lvl5pPr algn="l">
              <a:defRPr sz="1125" b="0">
                <a:solidFill>
                  <a:srgbClr val="566879"/>
                </a:solidFill>
                <a:latin typeface="Noto Sans CJK KR"/>
                <a:ea typeface="Noto Sans CJK KR"/>
                <a:cs typeface="Noto Sans CJK KR"/>
              </a:defRPr>
            </a:lvl5pPr>
            <a:lvl6pPr algn="l">
              <a:defRPr sz="1125" b="0">
                <a:solidFill>
                  <a:srgbClr val="566879"/>
                </a:solidFill>
                <a:latin typeface="Noto Sans CJK KR"/>
                <a:ea typeface="Noto Sans CJK KR"/>
                <a:cs typeface="Noto Sans CJK KR"/>
              </a:defRPr>
            </a:lvl6pPr>
            <a:lvl7pPr algn="l">
              <a:defRPr sz="1125" b="0">
                <a:solidFill>
                  <a:srgbClr val="566879"/>
                </a:solidFill>
                <a:latin typeface="Noto Sans CJK KR"/>
                <a:ea typeface="Noto Sans CJK KR"/>
                <a:cs typeface="Noto Sans CJK KR"/>
              </a:defRPr>
            </a:lvl7pPr>
            <a:lvl8pPr algn="l">
              <a:defRPr sz="1125" b="0">
                <a:solidFill>
                  <a:srgbClr val="566879"/>
                </a:solidFill>
                <a:latin typeface="Noto Sans CJK KR"/>
                <a:ea typeface="Noto Sans CJK KR"/>
                <a:cs typeface="Noto Sans CJK KR"/>
              </a:defRPr>
            </a:lvl8pPr>
            <a:lvl9pPr algn="l">
              <a:defRPr sz="1125" b="0">
                <a:solidFill>
                  <a:srgbClr val="566879"/>
                </a:solidFill>
                <a:latin typeface="Noto Sans CJK KR"/>
                <a:ea typeface="Noto Sans CJK KR"/>
                <a:cs typeface="Noto Sans CJK KR"/>
              </a:defRPr>
            </a:lvl9pPr>
          </a:lstStyle>
          <a:p xmlns:a="http://schemas.openxmlformats.org/drawingml/2006/main">
            <a:pPr algn="l">
              <a:defRPr sz="1125" b="0">
                <a:solidFill>
                  <a:srgbClr val="566879"/>
                </a:solidFill>
                <a:latin typeface="Noto Sans CJK KR"/>
                <a:ea typeface="Noto Sans CJK KR"/>
                <a:cs typeface="Noto Sans CJK KR"/>
              </a:defRPr>
            </a:pPr>
            <a:r>
              <a:rPr sz="1125" b="0">
                <a:solidFill>
                  <a:srgbClr val="566879"/>
                </a:solidFill>
                <a:latin typeface="Noto Sans CJK KR"/>
                <a:ea typeface="Noto Sans CJK KR"/>
                <a:cs typeface="Noto Sans CJK KR"/>
              </a:rPr>
              <a:t>검색 요청·근거 반환</a:t>
            </a:r>
          </a:p>
        </p:txBody>
      </p:sp>
      <p:sp>
        <p:nvSpPr>
          <p:cNvPr id="57" name="">
            <a:extLst xmlns:a="http://schemas.openxmlformats.org/drawingml/2006/main">
              <a:ext uri="{FF2B5EF4-FFF2-40B4-BE49-F238E27FC236}">
                <a16:creationId xmlns:a16="http://schemas.microsoft.com/office/drawing/2014/main" id="{693F933A-2584-4B8D-9504-DB296233C4B5}"/>
              </a:ext>
            </a:extLst>
          </p:cNvPr>
          <p:cNvSpPr>
            <a:spLocks xmlns:a="http://schemas.openxmlformats.org/drawingml/2006/main"/>
          </p:cNvSpPr>
          <p:nvPr/>
        </p:nvSpPr>
        <p:spPr>
          <a:xfrm xmlns:a="http://schemas.openxmlformats.org/drawingml/2006/main">
            <a:off x="514350" y="5895975"/>
            <a:ext cx="11163300" cy="400050"/>
          </a:xfrm>
          <a:prstGeom xmlns:a="http://schemas.openxmlformats.org/drawingml/2006/main" prst="rect">
            <a:avLst/>
          </a:prstGeom>
          <a:solidFill xmlns:a="http://schemas.openxmlformats.org/drawingml/2006/main">
            <a:srgbClr val="EBF5F4"/>
          </a:solidFill>
          <a:ln xmlns:a="http://schemas.openxmlformats.org/drawingml/2006/main" w="11430">
            <a:solidFill>
              <a:srgbClr val="D6E1E7"/>
            </a:solidFill>
          </a:ln>
        </p:spPr>
      </p:sp>
      <p:sp>
        <p:nvSpPr>
          <p:cNvPr id="58" name="">
            <a:extLst xmlns:a="http://schemas.openxmlformats.org/drawingml/2006/main">
              <a:ext uri="{FF2B5EF4-FFF2-40B4-BE49-F238E27FC236}">
                <a16:creationId xmlns:a16="http://schemas.microsoft.com/office/drawing/2014/main" id="{35403B04-5CE3-4707-BBDC-E030004039EC}"/>
              </a:ext>
            </a:extLst>
          </p:cNvPr>
          <p:cNvSpPr>
            <a:spLocks xmlns:a="http://schemas.openxmlformats.org/drawingml/2006/main"/>
          </p:cNvSpPr>
          <p:nvPr/>
        </p:nvSpPr>
        <p:spPr>
          <a:xfrm xmlns:a="http://schemas.openxmlformats.org/drawingml/2006/main">
            <a:off x="666750" y="59531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1">
                <a:solidFill>
                  <a:srgbClr val="1C7B79"/>
                </a:solidFill>
                <a:latin typeface="Noto Sans CJK KR"/>
                <a:ea typeface="Noto Sans CJK KR"/>
                <a:cs typeface="Noto Sans CJK KR"/>
              </a:defRPr>
            </a:defPPr>
            <a:lvl1pPr algn="l">
              <a:defRPr sz="1425" b="1">
                <a:solidFill>
                  <a:srgbClr val="1C7B79"/>
                </a:solidFill>
                <a:latin typeface="Noto Sans CJK KR"/>
                <a:ea typeface="Noto Sans CJK KR"/>
                <a:cs typeface="Noto Sans CJK KR"/>
              </a:defRPr>
            </a:lvl1pPr>
            <a:lvl2pPr algn="l">
              <a:defRPr sz="1425" b="1">
                <a:solidFill>
                  <a:srgbClr val="1C7B79"/>
                </a:solidFill>
                <a:latin typeface="Noto Sans CJK KR"/>
                <a:ea typeface="Noto Sans CJK KR"/>
                <a:cs typeface="Noto Sans CJK KR"/>
              </a:defRPr>
            </a:lvl2pPr>
            <a:lvl3pPr algn="l">
              <a:defRPr sz="1425" b="1">
                <a:solidFill>
                  <a:srgbClr val="1C7B79"/>
                </a:solidFill>
                <a:latin typeface="Noto Sans CJK KR"/>
                <a:ea typeface="Noto Sans CJK KR"/>
                <a:cs typeface="Noto Sans CJK KR"/>
              </a:defRPr>
            </a:lvl3pPr>
            <a:lvl4pPr algn="l">
              <a:defRPr sz="1425" b="1">
                <a:solidFill>
                  <a:srgbClr val="1C7B79"/>
                </a:solidFill>
                <a:latin typeface="Noto Sans CJK KR"/>
                <a:ea typeface="Noto Sans CJK KR"/>
                <a:cs typeface="Noto Sans CJK KR"/>
              </a:defRPr>
            </a:lvl4pPr>
            <a:lvl5pPr algn="l">
              <a:defRPr sz="1425" b="1">
                <a:solidFill>
                  <a:srgbClr val="1C7B79"/>
                </a:solidFill>
                <a:latin typeface="Noto Sans CJK KR"/>
                <a:ea typeface="Noto Sans CJK KR"/>
                <a:cs typeface="Noto Sans CJK KR"/>
              </a:defRPr>
            </a:lvl5pPr>
            <a:lvl6pPr algn="l">
              <a:defRPr sz="1425" b="1">
                <a:solidFill>
                  <a:srgbClr val="1C7B79"/>
                </a:solidFill>
                <a:latin typeface="Noto Sans CJK KR"/>
                <a:ea typeface="Noto Sans CJK KR"/>
                <a:cs typeface="Noto Sans CJK KR"/>
              </a:defRPr>
            </a:lvl6pPr>
            <a:lvl7pPr algn="l">
              <a:defRPr sz="1425" b="1">
                <a:solidFill>
                  <a:srgbClr val="1C7B79"/>
                </a:solidFill>
                <a:latin typeface="Noto Sans CJK KR"/>
                <a:ea typeface="Noto Sans CJK KR"/>
                <a:cs typeface="Noto Sans CJK KR"/>
              </a:defRPr>
            </a:lvl7pPr>
            <a:lvl8pPr algn="l">
              <a:defRPr sz="1425" b="1">
                <a:solidFill>
                  <a:srgbClr val="1C7B79"/>
                </a:solidFill>
                <a:latin typeface="Noto Sans CJK KR"/>
                <a:ea typeface="Noto Sans CJK KR"/>
                <a:cs typeface="Noto Sans CJK KR"/>
              </a:defRPr>
            </a:lvl8pPr>
            <a:lvl9pPr algn="l">
              <a:defRPr sz="1425" b="1">
                <a:solidFill>
                  <a:srgbClr val="1C7B79"/>
                </a:solidFill>
                <a:latin typeface="Noto Sans CJK KR"/>
                <a:ea typeface="Noto Sans CJK KR"/>
                <a:cs typeface="Noto Sans CJK KR"/>
              </a:defRPr>
            </a:lvl9pPr>
          </a:lstStyle>
          <a:p xmlns:a="http://schemas.openxmlformats.org/drawingml/2006/main">
            <a:pPr algn="l">
              <a:defRPr sz="1425" b="1">
                <a:solidFill>
                  <a:srgbClr val="1C7B79"/>
                </a:solidFill>
                <a:latin typeface="Noto Sans CJK KR"/>
                <a:ea typeface="Noto Sans CJK KR"/>
                <a:cs typeface="Noto Sans CJK KR"/>
              </a:defRPr>
            </a:pPr>
            <a:r>
              <a:rPr sz="1425" b="1">
                <a:solidFill>
                  <a:srgbClr val="1C7B79"/>
                </a:solidFill>
                <a:latin typeface="Noto Sans CJK KR"/>
                <a:ea typeface="Noto Sans CJK KR"/>
                <a:cs typeface="Noto Sans CJK KR"/>
              </a:rPr>
              <a:t>공통 처리</a:t>
            </a:r>
          </a:p>
        </p:txBody>
      </p:sp>
      <p:sp>
        <p:nvSpPr>
          <p:cNvPr id="59" name="">
            <a:extLst xmlns:a="http://schemas.openxmlformats.org/drawingml/2006/main">
              <a:ext uri="{FF2B5EF4-FFF2-40B4-BE49-F238E27FC236}">
                <a16:creationId xmlns:a16="http://schemas.microsoft.com/office/drawing/2014/main" id="{BB8103A4-FC18-467C-BF8C-E46B9E70780C}"/>
              </a:ext>
            </a:extLst>
          </p:cNvPr>
          <p:cNvSpPr>
            <a:spLocks xmlns:a="http://schemas.openxmlformats.org/drawingml/2006/main"/>
          </p:cNvSpPr>
          <p:nvPr/>
        </p:nvSpPr>
        <p:spPr>
          <a:xfrm xmlns:a="http://schemas.openxmlformats.org/drawingml/2006/main">
            <a:off x="2381250" y="5953125"/>
            <a:ext cx="895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132D46"/>
                </a:solidFill>
                <a:latin typeface="Noto Sans CJK KR"/>
                <a:ea typeface="Noto Sans CJK KR"/>
                <a:cs typeface="Noto Sans CJK KR"/>
              </a:defRPr>
            </a:defPPr>
            <a:lvl1pPr algn="l">
              <a:defRPr sz="1500" b="0">
                <a:solidFill>
                  <a:srgbClr val="132D46"/>
                </a:solidFill>
                <a:latin typeface="Noto Sans CJK KR"/>
                <a:ea typeface="Noto Sans CJK KR"/>
                <a:cs typeface="Noto Sans CJK KR"/>
              </a:defRPr>
            </a:lvl1pPr>
            <a:lvl2pPr algn="l">
              <a:defRPr sz="1500" b="0">
                <a:solidFill>
                  <a:srgbClr val="132D46"/>
                </a:solidFill>
                <a:latin typeface="Noto Sans CJK KR"/>
                <a:ea typeface="Noto Sans CJK KR"/>
                <a:cs typeface="Noto Sans CJK KR"/>
              </a:defRPr>
            </a:lvl2pPr>
            <a:lvl3pPr algn="l">
              <a:defRPr sz="1500" b="0">
                <a:solidFill>
                  <a:srgbClr val="132D46"/>
                </a:solidFill>
                <a:latin typeface="Noto Sans CJK KR"/>
                <a:ea typeface="Noto Sans CJK KR"/>
                <a:cs typeface="Noto Sans CJK KR"/>
              </a:defRPr>
            </a:lvl3pPr>
            <a:lvl4pPr algn="l">
              <a:defRPr sz="1500" b="0">
                <a:solidFill>
                  <a:srgbClr val="132D46"/>
                </a:solidFill>
                <a:latin typeface="Noto Sans CJK KR"/>
                <a:ea typeface="Noto Sans CJK KR"/>
                <a:cs typeface="Noto Sans CJK KR"/>
              </a:defRPr>
            </a:lvl4pPr>
            <a:lvl5pPr algn="l">
              <a:defRPr sz="1500" b="0">
                <a:solidFill>
                  <a:srgbClr val="132D46"/>
                </a:solidFill>
                <a:latin typeface="Noto Sans CJK KR"/>
                <a:ea typeface="Noto Sans CJK KR"/>
                <a:cs typeface="Noto Sans CJK KR"/>
              </a:defRPr>
            </a:lvl5pPr>
            <a:lvl6pPr algn="l">
              <a:defRPr sz="1500" b="0">
                <a:solidFill>
                  <a:srgbClr val="132D46"/>
                </a:solidFill>
                <a:latin typeface="Noto Sans CJK KR"/>
                <a:ea typeface="Noto Sans CJK KR"/>
                <a:cs typeface="Noto Sans CJK KR"/>
              </a:defRPr>
            </a:lvl6pPr>
            <a:lvl7pPr algn="l">
              <a:defRPr sz="1500" b="0">
                <a:solidFill>
                  <a:srgbClr val="132D46"/>
                </a:solidFill>
                <a:latin typeface="Noto Sans CJK KR"/>
                <a:ea typeface="Noto Sans CJK KR"/>
                <a:cs typeface="Noto Sans CJK KR"/>
              </a:defRPr>
            </a:lvl7pPr>
            <a:lvl8pPr algn="l">
              <a:defRPr sz="1500" b="0">
                <a:solidFill>
                  <a:srgbClr val="132D46"/>
                </a:solidFill>
                <a:latin typeface="Noto Sans CJK KR"/>
                <a:ea typeface="Noto Sans CJK KR"/>
                <a:cs typeface="Noto Sans CJK KR"/>
              </a:defRPr>
            </a:lvl8pPr>
            <a:lvl9pPr algn="l">
              <a:defRPr sz="1500" b="0">
                <a:solidFill>
                  <a:srgbClr val="132D46"/>
                </a:solidFill>
                <a:latin typeface="Noto Sans CJK KR"/>
                <a:ea typeface="Noto Sans CJK KR"/>
                <a:cs typeface="Noto Sans CJK KR"/>
              </a:defRPr>
            </a:lvl9pPr>
          </a:lstStyle>
          <a:p xmlns:a="http://schemas.openxmlformats.org/drawingml/2006/main">
            <a:pPr algn="l">
              <a:defRPr sz="1500" b="0">
                <a:solidFill>
                  <a:srgbClr val="132D46"/>
                </a:solidFill>
                <a:latin typeface="Noto Sans CJK KR"/>
                <a:ea typeface="Noto Sans CJK KR"/>
                <a:cs typeface="Noto Sans CJK KR"/>
              </a:defRPr>
            </a:pPr>
            <a:r>
              <a:rPr sz="1500" b="0">
                <a:solidFill>
                  <a:srgbClr val="132D46"/>
                </a:solidFill>
                <a:latin typeface="Noto Sans CJK KR"/>
                <a:ea typeface="Noto Sans CJK KR"/>
                <a:cs typeface="Noto Sans CJK KR"/>
              </a:rPr>
              <a:t>사용자별 검색 필터 · 대화 소유자 확인 · 근거 ID 검증</a:t>
            </a:r>
          </a:p>
        </p:txBody>
      </p:sp>
      <p:sp>
        <p:nvSpPr>
          <p:cNvPr id="60" name="">
            <a:extLst xmlns:a="http://schemas.openxmlformats.org/drawingml/2006/main">
              <a:ext uri="{FF2B5EF4-FFF2-40B4-BE49-F238E27FC236}">
                <a16:creationId xmlns:a16="http://schemas.microsoft.com/office/drawing/2014/main" id="{5EDBB3FF-126D-4055-9305-9BC516FF957A}"/>
              </a:ext>
            </a:extLst>
          </p:cNvPr>
          <p:cNvSpPr>
            <a:spLocks xmlns:a="http://schemas.openxmlformats.org/drawingml/2006/main"/>
          </p:cNvSpPr>
          <p:nvPr/>
        </p:nvSpPr>
        <p:spPr>
          <a:xfrm xmlns:a="http://schemas.openxmlformats.org/drawingml/2006/main">
            <a:off x="514350" y="64865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00" b="0">
                <a:solidFill>
                  <a:srgbClr val="566879"/>
                </a:solidFill>
                <a:latin typeface="Noto Sans CJK KR"/>
                <a:ea typeface="Noto Sans CJK KR"/>
                <a:cs typeface="Noto Sans CJK KR"/>
              </a:defRPr>
            </a:defPPr>
            <a:lvl1pPr algn="l">
              <a:defRPr sz="900" b="0">
                <a:solidFill>
                  <a:srgbClr val="566879"/>
                </a:solidFill>
                <a:latin typeface="Noto Sans CJK KR"/>
                <a:ea typeface="Noto Sans CJK KR"/>
                <a:cs typeface="Noto Sans CJK KR"/>
              </a:defRPr>
            </a:lvl1pPr>
            <a:lvl2pPr algn="l">
              <a:defRPr sz="900" b="0">
                <a:solidFill>
                  <a:srgbClr val="566879"/>
                </a:solidFill>
                <a:latin typeface="Noto Sans CJK KR"/>
                <a:ea typeface="Noto Sans CJK KR"/>
                <a:cs typeface="Noto Sans CJK KR"/>
              </a:defRPr>
            </a:lvl2pPr>
            <a:lvl3pPr algn="l">
              <a:defRPr sz="900" b="0">
                <a:solidFill>
                  <a:srgbClr val="566879"/>
                </a:solidFill>
                <a:latin typeface="Noto Sans CJK KR"/>
                <a:ea typeface="Noto Sans CJK KR"/>
                <a:cs typeface="Noto Sans CJK KR"/>
              </a:defRPr>
            </a:lvl3pPr>
            <a:lvl4pPr algn="l">
              <a:defRPr sz="900" b="0">
                <a:solidFill>
                  <a:srgbClr val="566879"/>
                </a:solidFill>
                <a:latin typeface="Noto Sans CJK KR"/>
                <a:ea typeface="Noto Sans CJK KR"/>
                <a:cs typeface="Noto Sans CJK KR"/>
              </a:defRPr>
            </a:lvl4pPr>
            <a:lvl5pPr algn="l">
              <a:defRPr sz="900" b="0">
                <a:solidFill>
                  <a:srgbClr val="566879"/>
                </a:solidFill>
                <a:latin typeface="Noto Sans CJK KR"/>
                <a:ea typeface="Noto Sans CJK KR"/>
                <a:cs typeface="Noto Sans CJK KR"/>
              </a:defRPr>
            </a:lvl5pPr>
            <a:lvl6pPr algn="l">
              <a:defRPr sz="900" b="0">
                <a:solidFill>
                  <a:srgbClr val="566879"/>
                </a:solidFill>
                <a:latin typeface="Noto Sans CJK KR"/>
                <a:ea typeface="Noto Sans CJK KR"/>
                <a:cs typeface="Noto Sans CJK KR"/>
              </a:defRPr>
            </a:lvl6pPr>
            <a:lvl7pPr algn="l">
              <a:defRPr sz="900" b="0">
                <a:solidFill>
                  <a:srgbClr val="566879"/>
                </a:solidFill>
                <a:latin typeface="Noto Sans CJK KR"/>
                <a:ea typeface="Noto Sans CJK KR"/>
                <a:cs typeface="Noto Sans CJK KR"/>
              </a:defRPr>
            </a:lvl7pPr>
            <a:lvl8pPr algn="l">
              <a:defRPr sz="900" b="0">
                <a:solidFill>
                  <a:srgbClr val="566879"/>
                </a:solidFill>
                <a:latin typeface="Noto Sans CJK KR"/>
                <a:ea typeface="Noto Sans CJK KR"/>
                <a:cs typeface="Noto Sans CJK KR"/>
              </a:defRPr>
            </a:lvl8pPr>
            <a:lvl9pPr algn="l">
              <a:defRPr sz="900" b="0">
                <a:solidFill>
                  <a:srgbClr val="566879"/>
                </a:solidFill>
                <a:latin typeface="Noto Sans CJK KR"/>
                <a:ea typeface="Noto Sans CJK KR"/>
                <a:cs typeface="Noto Sans CJK KR"/>
              </a:defRPr>
            </a:lvl9pPr>
          </a:lstStyle>
          <a:p xmlns:a="http://schemas.openxmlformats.org/drawingml/2006/main">
            <a:pPr algn="l">
              <a:defRPr sz="900" b="0">
                <a:solidFill>
                  <a:srgbClr val="566879"/>
                </a:solidFill>
                <a:latin typeface="Noto Sans CJK KR"/>
                <a:ea typeface="Noto Sans CJK KR"/>
                <a:cs typeface="Noto Sans CJK KR"/>
              </a:defRPr>
            </a:pPr>
            <a:r>
              <a:rPr sz="900" b="0">
                <a:solidFill>
                  <a:srgbClr val="566879"/>
                </a:solidFill>
                <a:latin typeface="Noto Sans CJK KR"/>
                <a:ea typeface="Noto Sans CJK KR"/>
                <a:cs typeface="Noto Sans CJK KR"/>
              </a:rPr>
              <a:t>코드 기반 개념도 · 의미 검색은 임베딩 호환성이 확인된 소스에 적용</a:t>
            </a:r>
          </a:p>
        </p:txBody>
      </p:sp>
    </p:spTree>
    <p:extLst>
      <p:ext uri="{BB962C8B-B14F-4D97-AF65-F5344CB8AC3E}">
        <p14:creationId xmlns:p14="http://schemas.microsoft.com/office/powerpoint/2010/main" val="13841981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2026-10-19T14:03:19.5160000Z</dcterms:created>
  <dcterms:modified xsi:type="dcterms:W3CDTF">2026-10-19T14:03:19.5160000Z</dcterms:modified>
</coreProperties>
</file>